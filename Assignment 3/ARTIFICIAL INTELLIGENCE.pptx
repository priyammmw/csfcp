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317783" y="0"/>
            <a:ext cx="3970654" cy="10282555"/>
          </a:xfrm>
          <a:custGeom>
            <a:avLst/>
            <a:gdLst/>
            <a:ahLst/>
            <a:cxnLst/>
            <a:rect l="l" t="t" r="r" b="b"/>
            <a:pathLst>
              <a:path w="3970655" h="10282555">
                <a:moveTo>
                  <a:pt x="3970215" y="10282236"/>
                </a:moveTo>
                <a:lnTo>
                  <a:pt x="0" y="10282236"/>
                </a:lnTo>
                <a:lnTo>
                  <a:pt x="0" y="0"/>
                </a:lnTo>
                <a:lnTo>
                  <a:pt x="3970215" y="0"/>
                </a:lnTo>
                <a:lnTo>
                  <a:pt x="3970215" y="10282236"/>
                </a:lnTo>
                <a:close/>
              </a:path>
            </a:pathLst>
          </a:custGeom>
          <a:solidFill>
            <a:srgbClr val="9458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69971" y="0"/>
            <a:ext cx="3844925" cy="1129030"/>
          </a:xfrm>
          <a:custGeom>
            <a:avLst/>
            <a:gdLst/>
            <a:ahLst/>
            <a:cxnLst/>
            <a:rect l="l" t="t" r="r" b="b"/>
            <a:pathLst>
              <a:path w="3844925" h="1129030">
                <a:moveTo>
                  <a:pt x="582395" y="481050"/>
                </a:moveTo>
                <a:lnTo>
                  <a:pt x="390199" y="481050"/>
                </a:lnTo>
                <a:lnTo>
                  <a:pt x="356491" y="468350"/>
                </a:lnTo>
                <a:lnTo>
                  <a:pt x="293609" y="442950"/>
                </a:lnTo>
                <a:lnTo>
                  <a:pt x="236608" y="404850"/>
                </a:lnTo>
                <a:lnTo>
                  <a:pt x="210251" y="379450"/>
                </a:lnTo>
                <a:lnTo>
                  <a:pt x="185290" y="366750"/>
                </a:lnTo>
                <a:lnTo>
                  <a:pt x="161700" y="328650"/>
                </a:lnTo>
                <a:lnTo>
                  <a:pt x="139458" y="303250"/>
                </a:lnTo>
                <a:lnTo>
                  <a:pt x="118537" y="277850"/>
                </a:lnTo>
                <a:lnTo>
                  <a:pt x="98913" y="239750"/>
                </a:lnTo>
                <a:lnTo>
                  <a:pt x="80562" y="214350"/>
                </a:lnTo>
                <a:lnTo>
                  <a:pt x="63459" y="176250"/>
                </a:lnTo>
                <a:lnTo>
                  <a:pt x="47579" y="138150"/>
                </a:lnTo>
                <a:lnTo>
                  <a:pt x="32898" y="100050"/>
                </a:lnTo>
                <a:lnTo>
                  <a:pt x="19390" y="61950"/>
                </a:lnTo>
                <a:lnTo>
                  <a:pt x="7032" y="23850"/>
                </a:lnTo>
                <a:lnTo>
                  <a:pt x="0" y="0"/>
                </a:lnTo>
                <a:lnTo>
                  <a:pt x="3835038" y="0"/>
                </a:lnTo>
                <a:lnTo>
                  <a:pt x="3836714" y="11150"/>
                </a:lnTo>
                <a:lnTo>
                  <a:pt x="3841836" y="61950"/>
                </a:lnTo>
                <a:lnTo>
                  <a:pt x="3844470" y="112750"/>
                </a:lnTo>
                <a:lnTo>
                  <a:pt x="3844554" y="138150"/>
                </a:lnTo>
                <a:lnTo>
                  <a:pt x="3844638" y="163550"/>
                </a:lnTo>
                <a:lnTo>
                  <a:pt x="3842364" y="214350"/>
                </a:lnTo>
                <a:lnTo>
                  <a:pt x="3837671" y="252450"/>
                </a:lnTo>
                <a:lnTo>
                  <a:pt x="3830582" y="303250"/>
                </a:lnTo>
                <a:lnTo>
                  <a:pt x="3823486" y="341350"/>
                </a:lnTo>
                <a:lnTo>
                  <a:pt x="952584" y="341350"/>
                </a:lnTo>
                <a:lnTo>
                  <a:pt x="857155" y="366750"/>
                </a:lnTo>
                <a:lnTo>
                  <a:pt x="810224" y="392150"/>
                </a:lnTo>
                <a:lnTo>
                  <a:pt x="763708" y="404850"/>
                </a:lnTo>
                <a:lnTo>
                  <a:pt x="670775" y="455650"/>
                </a:lnTo>
                <a:lnTo>
                  <a:pt x="625739" y="468350"/>
                </a:lnTo>
                <a:lnTo>
                  <a:pt x="582395" y="481050"/>
                </a:lnTo>
                <a:close/>
              </a:path>
              <a:path w="3844925" h="1129030">
                <a:moveTo>
                  <a:pt x="2892892" y="1128750"/>
                </a:moveTo>
                <a:lnTo>
                  <a:pt x="2510465" y="1128750"/>
                </a:lnTo>
                <a:lnTo>
                  <a:pt x="2463590" y="1116050"/>
                </a:lnTo>
                <a:lnTo>
                  <a:pt x="2411139" y="1116050"/>
                </a:lnTo>
                <a:lnTo>
                  <a:pt x="2258525" y="1077950"/>
                </a:lnTo>
                <a:lnTo>
                  <a:pt x="2209163" y="1077950"/>
                </a:lnTo>
                <a:lnTo>
                  <a:pt x="2160523" y="1052550"/>
                </a:lnTo>
                <a:lnTo>
                  <a:pt x="2018716" y="1014450"/>
                </a:lnTo>
                <a:lnTo>
                  <a:pt x="1972751" y="989050"/>
                </a:lnTo>
                <a:lnTo>
                  <a:pt x="1927402" y="976350"/>
                </a:lnTo>
                <a:lnTo>
                  <a:pt x="1882649" y="950950"/>
                </a:lnTo>
                <a:lnTo>
                  <a:pt x="1838472" y="938250"/>
                </a:lnTo>
                <a:lnTo>
                  <a:pt x="1751761" y="887450"/>
                </a:lnTo>
                <a:lnTo>
                  <a:pt x="1667103" y="836650"/>
                </a:lnTo>
                <a:lnTo>
                  <a:pt x="1625493" y="811250"/>
                </a:lnTo>
                <a:lnTo>
                  <a:pt x="1584333" y="773150"/>
                </a:lnTo>
                <a:lnTo>
                  <a:pt x="1543604" y="747750"/>
                </a:lnTo>
                <a:lnTo>
                  <a:pt x="1503285" y="709650"/>
                </a:lnTo>
                <a:lnTo>
                  <a:pt x="1463354" y="684250"/>
                </a:lnTo>
                <a:lnTo>
                  <a:pt x="1384578" y="608050"/>
                </a:lnTo>
                <a:lnTo>
                  <a:pt x="1351852" y="582650"/>
                </a:lnTo>
                <a:lnTo>
                  <a:pt x="1318951" y="544550"/>
                </a:lnTo>
                <a:lnTo>
                  <a:pt x="1285570" y="506450"/>
                </a:lnTo>
                <a:lnTo>
                  <a:pt x="1251406" y="468350"/>
                </a:lnTo>
                <a:lnTo>
                  <a:pt x="1216155" y="442950"/>
                </a:lnTo>
                <a:lnTo>
                  <a:pt x="1179513" y="404850"/>
                </a:lnTo>
                <a:lnTo>
                  <a:pt x="1141177" y="379450"/>
                </a:lnTo>
                <a:lnTo>
                  <a:pt x="1100843" y="354050"/>
                </a:lnTo>
                <a:lnTo>
                  <a:pt x="1050634" y="341350"/>
                </a:lnTo>
                <a:lnTo>
                  <a:pt x="3823486" y="341350"/>
                </a:lnTo>
                <a:lnTo>
                  <a:pt x="3821121" y="354050"/>
                </a:lnTo>
                <a:lnTo>
                  <a:pt x="3809311" y="404850"/>
                </a:lnTo>
                <a:lnTo>
                  <a:pt x="3795175" y="455650"/>
                </a:lnTo>
                <a:lnTo>
                  <a:pt x="3778737" y="493750"/>
                </a:lnTo>
                <a:lnTo>
                  <a:pt x="3760021" y="544550"/>
                </a:lnTo>
                <a:lnTo>
                  <a:pt x="3739048" y="582650"/>
                </a:lnTo>
                <a:lnTo>
                  <a:pt x="3715843" y="633450"/>
                </a:lnTo>
                <a:lnTo>
                  <a:pt x="3690066" y="671550"/>
                </a:lnTo>
                <a:lnTo>
                  <a:pt x="3662441" y="709650"/>
                </a:lnTo>
                <a:lnTo>
                  <a:pt x="3633047" y="747750"/>
                </a:lnTo>
                <a:lnTo>
                  <a:pt x="3601966" y="785850"/>
                </a:lnTo>
                <a:lnTo>
                  <a:pt x="3569277" y="823950"/>
                </a:lnTo>
                <a:lnTo>
                  <a:pt x="3535060" y="849350"/>
                </a:lnTo>
                <a:lnTo>
                  <a:pt x="3499396" y="887450"/>
                </a:lnTo>
                <a:lnTo>
                  <a:pt x="3462363" y="912850"/>
                </a:lnTo>
                <a:lnTo>
                  <a:pt x="3424043" y="938250"/>
                </a:lnTo>
                <a:lnTo>
                  <a:pt x="3384516" y="963650"/>
                </a:lnTo>
                <a:lnTo>
                  <a:pt x="3343860" y="989050"/>
                </a:lnTo>
                <a:lnTo>
                  <a:pt x="3302157" y="1014450"/>
                </a:lnTo>
                <a:lnTo>
                  <a:pt x="3215929" y="1039850"/>
                </a:lnTo>
                <a:lnTo>
                  <a:pt x="3171563" y="1065250"/>
                </a:lnTo>
                <a:lnTo>
                  <a:pt x="3034421" y="1103350"/>
                </a:lnTo>
                <a:lnTo>
                  <a:pt x="2987625" y="1103350"/>
                </a:lnTo>
                <a:lnTo>
                  <a:pt x="2892892" y="1128750"/>
                </a:lnTo>
                <a:close/>
              </a:path>
              <a:path w="3844925" h="1129030">
                <a:moveTo>
                  <a:pt x="462272" y="493750"/>
                </a:moveTo>
                <a:lnTo>
                  <a:pt x="425451" y="481050"/>
                </a:lnTo>
                <a:lnTo>
                  <a:pt x="500686" y="481050"/>
                </a:lnTo>
                <a:lnTo>
                  <a:pt x="462272" y="493750"/>
                </a:lnTo>
                <a:close/>
              </a:path>
            </a:pathLst>
          </a:custGeom>
          <a:solidFill>
            <a:srgbClr val="9458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014" y="2569274"/>
            <a:ext cx="114300" cy="1142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014" y="5826824"/>
            <a:ext cx="114300" cy="114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40542" y="3567196"/>
            <a:ext cx="5867400" cy="142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2627" y="2541789"/>
            <a:ext cx="16882745" cy="620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1209" y="2158026"/>
            <a:ext cx="5732145" cy="2459990"/>
          </a:xfrm>
          <a:custGeom>
            <a:avLst/>
            <a:gdLst/>
            <a:ahLst/>
            <a:cxnLst/>
            <a:rect l="l" t="t" r="r" b="b"/>
            <a:pathLst>
              <a:path w="5732144" h="2459990">
                <a:moveTo>
                  <a:pt x="1229926" y="0"/>
                </a:moveTo>
                <a:lnTo>
                  <a:pt x="4501924" y="0"/>
                </a:lnTo>
                <a:lnTo>
                  <a:pt x="4550221" y="930"/>
                </a:lnTo>
                <a:lnTo>
                  <a:pt x="4598046" y="3700"/>
                </a:lnTo>
                <a:lnTo>
                  <a:pt x="4645366" y="8274"/>
                </a:lnTo>
                <a:lnTo>
                  <a:pt x="4692145" y="14618"/>
                </a:lnTo>
                <a:lnTo>
                  <a:pt x="4738350" y="22698"/>
                </a:lnTo>
                <a:lnTo>
                  <a:pt x="4783946" y="32481"/>
                </a:lnTo>
                <a:lnTo>
                  <a:pt x="4828899" y="43931"/>
                </a:lnTo>
                <a:lnTo>
                  <a:pt x="4873176" y="57015"/>
                </a:lnTo>
                <a:lnTo>
                  <a:pt x="4916741" y="71699"/>
                </a:lnTo>
                <a:lnTo>
                  <a:pt x="4959561" y="87948"/>
                </a:lnTo>
                <a:lnTo>
                  <a:pt x="5001602" y="105728"/>
                </a:lnTo>
                <a:lnTo>
                  <a:pt x="5042830" y="125005"/>
                </a:lnTo>
                <a:lnTo>
                  <a:pt x="5083209" y="145745"/>
                </a:lnTo>
                <a:lnTo>
                  <a:pt x="5122707" y="167913"/>
                </a:lnTo>
                <a:lnTo>
                  <a:pt x="5161288" y="191476"/>
                </a:lnTo>
                <a:lnTo>
                  <a:pt x="5198920" y="216399"/>
                </a:lnTo>
                <a:lnTo>
                  <a:pt x="5235567" y="242649"/>
                </a:lnTo>
                <a:lnTo>
                  <a:pt x="5271195" y="270190"/>
                </a:lnTo>
                <a:lnTo>
                  <a:pt x="5305770" y="298989"/>
                </a:lnTo>
                <a:lnTo>
                  <a:pt x="5339259" y="329012"/>
                </a:lnTo>
                <a:lnTo>
                  <a:pt x="5371626" y="360224"/>
                </a:lnTo>
                <a:lnTo>
                  <a:pt x="5402839" y="392591"/>
                </a:lnTo>
                <a:lnTo>
                  <a:pt x="5432861" y="426080"/>
                </a:lnTo>
                <a:lnTo>
                  <a:pt x="5461660" y="460656"/>
                </a:lnTo>
                <a:lnTo>
                  <a:pt x="5489202" y="496284"/>
                </a:lnTo>
                <a:lnTo>
                  <a:pt x="5515451" y="532931"/>
                </a:lnTo>
                <a:lnTo>
                  <a:pt x="5540374" y="570562"/>
                </a:lnTo>
                <a:lnTo>
                  <a:pt x="5563937" y="609144"/>
                </a:lnTo>
                <a:lnTo>
                  <a:pt x="5586106" y="648641"/>
                </a:lnTo>
                <a:lnTo>
                  <a:pt x="5606846" y="689021"/>
                </a:lnTo>
                <a:lnTo>
                  <a:pt x="5626123" y="730248"/>
                </a:lnTo>
                <a:lnTo>
                  <a:pt x="5643903" y="772289"/>
                </a:lnTo>
                <a:lnTo>
                  <a:pt x="5660151" y="815109"/>
                </a:lnTo>
                <a:lnTo>
                  <a:pt x="5674835" y="858675"/>
                </a:lnTo>
                <a:lnTo>
                  <a:pt x="5687919" y="902951"/>
                </a:lnTo>
                <a:lnTo>
                  <a:pt x="5699369" y="947905"/>
                </a:lnTo>
                <a:lnTo>
                  <a:pt x="5709152" y="993501"/>
                </a:lnTo>
                <a:lnTo>
                  <a:pt x="5717232" y="1039705"/>
                </a:lnTo>
                <a:lnTo>
                  <a:pt x="5723577" y="1086485"/>
                </a:lnTo>
                <a:lnTo>
                  <a:pt x="5728151" y="1133804"/>
                </a:lnTo>
                <a:lnTo>
                  <a:pt x="5730920" y="1181629"/>
                </a:lnTo>
                <a:lnTo>
                  <a:pt x="5731851" y="1229926"/>
                </a:lnTo>
                <a:lnTo>
                  <a:pt x="5730920" y="1278223"/>
                </a:lnTo>
                <a:lnTo>
                  <a:pt x="5728151" y="1326049"/>
                </a:lnTo>
                <a:lnTo>
                  <a:pt x="5723577" y="1373368"/>
                </a:lnTo>
                <a:lnTo>
                  <a:pt x="5717232" y="1420147"/>
                </a:lnTo>
                <a:lnTo>
                  <a:pt x="5709152" y="1466352"/>
                </a:lnTo>
                <a:lnTo>
                  <a:pt x="5699369" y="1511948"/>
                </a:lnTo>
                <a:lnTo>
                  <a:pt x="5687919" y="1556901"/>
                </a:lnTo>
                <a:lnTo>
                  <a:pt x="5674835" y="1601178"/>
                </a:lnTo>
                <a:lnTo>
                  <a:pt x="5660151" y="1644743"/>
                </a:lnTo>
                <a:lnTo>
                  <a:pt x="5643903" y="1687564"/>
                </a:lnTo>
                <a:lnTo>
                  <a:pt x="5626123" y="1729605"/>
                </a:lnTo>
                <a:lnTo>
                  <a:pt x="5606846" y="1770832"/>
                </a:lnTo>
                <a:lnTo>
                  <a:pt x="5586106" y="1811211"/>
                </a:lnTo>
                <a:lnTo>
                  <a:pt x="5563937" y="1850709"/>
                </a:lnTo>
                <a:lnTo>
                  <a:pt x="5540374" y="1889291"/>
                </a:lnTo>
                <a:lnTo>
                  <a:pt x="5515451" y="1926922"/>
                </a:lnTo>
                <a:lnTo>
                  <a:pt x="5489202" y="1963569"/>
                </a:lnTo>
                <a:lnTo>
                  <a:pt x="5461660" y="1999197"/>
                </a:lnTo>
                <a:lnTo>
                  <a:pt x="5432861" y="2033773"/>
                </a:lnTo>
                <a:lnTo>
                  <a:pt x="5402839" y="2067261"/>
                </a:lnTo>
                <a:lnTo>
                  <a:pt x="5371626" y="2099629"/>
                </a:lnTo>
                <a:lnTo>
                  <a:pt x="5339259" y="2130841"/>
                </a:lnTo>
                <a:lnTo>
                  <a:pt x="5305770" y="2160864"/>
                </a:lnTo>
                <a:lnTo>
                  <a:pt x="5271195" y="2189663"/>
                </a:lnTo>
                <a:lnTo>
                  <a:pt x="5235567" y="2217204"/>
                </a:lnTo>
                <a:lnTo>
                  <a:pt x="5198920" y="2243453"/>
                </a:lnTo>
                <a:lnTo>
                  <a:pt x="5161288" y="2268377"/>
                </a:lnTo>
                <a:lnTo>
                  <a:pt x="5122707" y="2291940"/>
                </a:lnTo>
                <a:lnTo>
                  <a:pt x="5083209" y="2314108"/>
                </a:lnTo>
                <a:lnTo>
                  <a:pt x="5042830" y="2334848"/>
                </a:lnTo>
                <a:lnTo>
                  <a:pt x="5001602" y="2354125"/>
                </a:lnTo>
                <a:lnTo>
                  <a:pt x="4959561" y="2371905"/>
                </a:lnTo>
                <a:lnTo>
                  <a:pt x="4916741" y="2388154"/>
                </a:lnTo>
                <a:lnTo>
                  <a:pt x="4873176" y="2402837"/>
                </a:lnTo>
                <a:lnTo>
                  <a:pt x="4828899" y="2415921"/>
                </a:lnTo>
                <a:lnTo>
                  <a:pt x="4783946" y="2427372"/>
                </a:lnTo>
                <a:lnTo>
                  <a:pt x="4738350" y="2437154"/>
                </a:lnTo>
                <a:lnTo>
                  <a:pt x="4692145" y="2445235"/>
                </a:lnTo>
                <a:lnTo>
                  <a:pt x="4645366" y="2451579"/>
                </a:lnTo>
                <a:lnTo>
                  <a:pt x="4598046" y="2456153"/>
                </a:lnTo>
                <a:lnTo>
                  <a:pt x="4550221" y="2458922"/>
                </a:lnTo>
                <a:lnTo>
                  <a:pt x="4501924" y="2459853"/>
                </a:lnTo>
                <a:lnTo>
                  <a:pt x="1229926" y="2459853"/>
                </a:lnTo>
                <a:lnTo>
                  <a:pt x="1181629" y="2458922"/>
                </a:lnTo>
                <a:lnTo>
                  <a:pt x="1133804" y="2456153"/>
                </a:lnTo>
                <a:lnTo>
                  <a:pt x="1086485" y="2451579"/>
                </a:lnTo>
                <a:lnTo>
                  <a:pt x="1039706" y="2445235"/>
                </a:lnTo>
                <a:lnTo>
                  <a:pt x="993501" y="2437154"/>
                </a:lnTo>
                <a:lnTo>
                  <a:pt x="947905" y="2427372"/>
                </a:lnTo>
                <a:lnTo>
                  <a:pt x="902951" y="2415921"/>
                </a:lnTo>
                <a:lnTo>
                  <a:pt x="858675" y="2402837"/>
                </a:lnTo>
                <a:lnTo>
                  <a:pt x="815109" y="2388154"/>
                </a:lnTo>
                <a:lnTo>
                  <a:pt x="772289" y="2371905"/>
                </a:lnTo>
                <a:lnTo>
                  <a:pt x="730248" y="2354125"/>
                </a:lnTo>
                <a:lnTo>
                  <a:pt x="689021" y="2334848"/>
                </a:lnTo>
                <a:lnTo>
                  <a:pt x="648641" y="2314108"/>
                </a:lnTo>
                <a:lnTo>
                  <a:pt x="609144" y="2291940"/>
                </a:lnTo>
                <a:lnTo>
                  <a:pt x="570562" y="2268377"/>
                </a:lnTo>
                <a:lnTo>
                  <a:pt x="532931" y="2243453"/>
                </a:lnTo>
                <a:lnTo>
                  <a:pt x="496284" y="2217204"/>
                </a:lnTo>
                <a:lnTo>
                  <a:pt x="460656" y="2189663"/>
                </a:lnTo>
                <a:lnTo>
                  <a:pt x="426080" y="2160864"/>
                </a:lnTo>
                <a:lnTo>
                  <a:pt x="392591" y="2130841"/>
                </a:lnTo>
                <a:lnTo>
                  <a:pt x="360224" y="2099629"/>
                </a:lnTo>
                <a:lnTo>
                  <a:pt x="329012" y="2067261"/>
                </a:lnTo>
                <a:lnTo>
                  <a:pt x="298989" y="2033773"/>
                </a:lnTo>
                <a:lnTo>
                  <a:pt x="270190" y="1999197"/>
                </a:lnTo>
                <a:lnTo>
                  <a:pt x="242649" y="1963569"/>
                </a:lnTo>
                <a:lnTo>
                  <a:pt x="216399" y="1926922"/>
                </a:lnTo>
                <a:lnTo>
                  <a:pt x="191476" y="1889291"/>
                </a:lnTo>
                <a:lnTo>
                  <a:pt x="167913" y="1850709"/>
                </a:lnTo>
                <a:lnTo>
                  <a:pt x="145745" y="1811211"/>
                </a:lnTo>
                <a:lnTo>
                  <a:pt x="125005" y="1770832"/>
                </a:lnTo>
                <a:lnTo>
                  <a:pt x="105728" y="1729605"/>
                </a:lnTo>
                <a:lnTo>
                  <a:pt x="87948" y="1687564"/>
                </a:lnTo>
                <a:lnTo>
                  <a:pt x="71699" y="1644743"/>
                </a:lnTo>
                <a:lnTo>
                  <a:pt x="57015" y="1601178"/>
                </a:lnTo>
                <a:lnTo>
                  <a:pt x="43931" y="1556901"/>
                </a:lnTo>
                <a:lnTo>
                  <a:pt x="32481" y="1511948"/>
                </a:lnTo>
                <a:lnTo>
                  <a:pt x="22698" y="1466352"/>
                </a:lnTo>
                <a:lnTo>
                  <a:pt x="14618" y="1420147"/>
                </a:lnTo>
                <a:lnTo>
                  <a:pt x="8274" y="1373368"/>
                </a:lnTo>
                <a:lnTo>
                  <a:pt x="3700" y="1326049"/>
                </a:lnTo>
                <a:lnTo>
                  <a:pt x="930" y="1278223"/>
                </a:lnTo>
                <a:lnTo>
                  <a:pt x="0" y="1229926"/>
                </a:lnTo>
                <a:lnTo>
                  <a:pt x="930" y="1181629"/>
                </a:lnTo>
                <a:lnTo>
                  <a:pt x="3700" y="1133804"/>
                </a:lnTo>
                <a:lnTo>
                  <a:pt x="8274" y="1086485"/>
                </a:lnTo>
                <a:lnTo>
                  <a:pt x="14618" y="1039705"/>
                </a:lnTo>
                <a:lnTo>
                  <a:pt x="22698" y="993501"/>
                </a:lnTo>
                <a:lnTo>
                  <a:pt x="32481" y="947905"/>
                </a:lnTo>
                <a:lnTo>
                  <a:pt x="43931" y="902951"/>
                </a:lnTo>
                <a:lnTo>
                  <a:pt x="57015" y="858675"/>
                </a:lnTo>
                <a:lnTo>
                  <a:pt x="71699" y="815109"/>
                </a:lnTo>
                <a:lnTo>
                  <a:pt x="87948" y="772289"/>
                </a:lnTo>
                <a:lnTo>
                  <a:pt x="105728" y="730248"/>
                </a:lnTo>
                <a:lnTo>
                  <a:pt x="125005" y="689021"/>
                </a:lnTo>
                <a:lnTo>
                  <a:pt x="145745" y="648641"/>
                </a:lnTo>
                <a:lnTo>
                  <a:pt x="167913" y="609144"/>
                </a:lnTo>
                <a:lnTo>
                  <a:pt x="191476" y="570562"/>
                </a:lnTo>
                <a:lnTo>
                  <a:pt x="216399" y="532931"/>
                </a:lnTo>
                <a:lnTo>
                  <a:pt x="242649" y="496284"/>
                </a:lnTo>
                <a:lnTo>
                  <a:pt x="270190" y="460656"/>
                </a:lnTo>
                <a:lnTo>
                  <a:pt x="298989" y="426080"/>
                </a:lnTo>
                <a:lnTo>
                  <a:pt x="329012" y="392591"/>
                </a:lnTo>
                <a:lnTo>
                  <a:pt x="360224" y="360224"/>
                </a:lnTo>
                <a:lnTo>
                  <a:pt x="392591" y="329012"/>
                </a:lnTo>
                <a:lnTo>
                  <a:pt x="426080" y="298989"/>
                </a:lnTo>
                <a:lnTo>
                  <a:pt x="460656" y="270190"/>
                </a:lnTo>
                <a:lnTo>
                  <a:pt x="496284" y="242649"/>
                </a:lnTo>
                <a:lnTo>
                  <a:pt x="532931" y="216399"/>
                </a:lnTo>
                <a:lnTo>
                  <a:pt x="570562" y="191476"/>
                </a:lnTo>
                <a:lnTo>
                  <a:pt x="609144" y="167913"/>
                </a:lnTo>
                <a:lnTo>
                  <a:pt x="648641" y="145745"/>
                </a:lnTo>
                <a:lnTo>
                  <a:pt x="689021" y="125005"/>
                </a:lnTo>
                <a:lnTo>
                  <a:pt x="730248" y="105728"/>
                </a:lnTo>
                <a:lnTo>
                  <a:pt x="772289" y="87948"/>
                </a:lnTo>
                <a:lnTo>
                  <a:pt x="815109" y="71699"/>
                </a:lnTo>
                <a:lnTo>
                  <a:pt x="858675" y="57015"/>
                </a:lnTo>
                <a:lnTo>
                  <a:pt x="902951" y="43931"/>
                </a:lnTo>
                <a:lnTo>
                  <a:pt x="947905" y="32481"/>
                </a:lnTo>
                <a:lnTo>
                  <a:pt x="993501" y="22698"/>
                </a:lnTo>
                <a:lnTo>
                  <a:pt x="1039706" y="14618"/>
                </a:lnTo>
                <a:lnTo>
                  <a:pt x="1086485" y="8274"/>
                </a:lnTo>
                <a:lnTo>
                  <a:pt x="1133804" y="3700"/>
                </a:lnTo>
                <a:lnTo>
                  <a:pt x="1181629" y="930"/>
                </a:lnTo>
                <a:lnTo>
                  <a:pt x="1229926" y="0"/>
                </a:lnTo>
                <a:close/>
              </a:path>
            </a:pathLst>
          </a:custGeom>
          <a:solidFill>
            <a:srgbClr val="9458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44764" y="3387975"/>
            <a:ext cx="9543415" cy="5378450"/>
            <a:chOff x="8744764" y="3387975"/>
            <a:chExt cx="9543415" cy="5378450"/>
          </a:xfrm>
        </p:grpSpPr>
        <p:sp>
          <p:nvSpPr>
            <p:cNvPr id="4" name="object 4"/>
            <p:cNvSpPr/>
            <p:nvPr/>
          </p:nvSpPr>
          <p:spPr>
            <a:xfrm>
              <a:off x="12556116" y="6306215"/>
              <a:ext cx="5732145" cy="2459990"/>
            </a:xfrm>
            <a:custGeom>
              <a:avLst/>
              <a:gdLst/>
              <a:ahLst/>
              <a:cxnLst/>
              <a:rect l="l" t="t" r="r" b="b"/>
              <a:pathLst>
                <a:path w="5732144" h="2459990">
                  <a:moveTo>
                    <a:pt x="1229927" y="0"/>
                  </a:moveTo>
                  <a:lnTo>
                    <a:pt x="4501925" y="0"/>
                  </a:lnTo>
                  <a:lnTo>
                    <a:pt x="4550222" y="930"/>
                  </a:lnTo>
                  <a:lnTo>
                    <a:pt x="4598048" y="3700"/>
                  </a:lnTo>
                  <a:lnTo>
                    <a:pt x="4645367" y="8274"/>
                  </a:lnTo>
                  <a:lnTo>
                    <a:pt x="4692146" y="14618"/>
                  </a:lnTo>
                  <a:lnTo>
                    <a:pt x="4738351" y="22698"/>
                  </a:lnTo>
                  <a:lnTo>
                    <a:pt x="4783947" y="32481"/>
                  </a:lnTo>
                  <a:lnTo>
                    <a:pt x="4828900" y="43931"/>
                  </a:lnTo>
                  <a:lnTo>
                    <a:pt x="4873177" y="57015"/>
                  </a:lnTo>
                  <a:lnTo>
                    <a:pt x="4916742" y="71699"/>
                  </a:lnTo>
                  <a:lnTo>
                    <a:pt x="4959562" y="87948"/>
                  </a:lnTo>
                  <a:lnTo>
                    <a:pt x="5001603" y="105728"/>
                  </a:lnTo>
                  <a:lnTo>
                    <a:pt x="5042830" y="125005"/>
                  </a:lnTo>
                  <a:lnTo>
                    <a:pt x="5083210" y="145745"/>
                  </a:lnTo>
                  <a:lnTo>
                    <a:pt x="5122708" y="167913"/>
                  </a:lnTo>
                  <a:lnTo>
                    <a:pt x="5161289" y="191476"/>
                  </a:lnTo>
                  <a:lnTo>
                    <a:pt x="5198920" y="216399"/>
                  </a:lnTo>
                  <a:lnTo>
                    <a:pt x="5235567" y="242649"/>
                  </a:lnTo>
                  <a:lnTo>
                    <a:pt x="5271196" y="270190"/>
                  </a:lnTo>
                  <a:lnTo>
                    <a:pt x="5305771" y="298989"/>
                  </a:lnTo>
                  <a:lnTo>
                    <a:pt x="5339260" y="329012"/>
                  </a:lnTo>
                  <a:lnTo>
                    <a:pt x="5371627" y="360224"/>
                  </a:lnTo>
                  <a:lnTo>
                    <a:pt x="5402839" y="392591"/>
                  </a:lnTo>
                  <a:lnTo>
                    <a:pt x="5432862" y="426080"/>
                  </a:lnTo>
                  <a:lnTo>
                    <a:pt x="5461661" y="460656"/>
                  </a:lnTo>
                  <a:lnTo>
                    <a:pt x="5489202" y="496284"/>
                  </a:lnTo>
                  <a:lnTo>
                    <a:pt x="5515452" y="532931"/>
                  </a:lnTo>
                  <a:lnTo>
                    <a:pt x="5540375" y="570562"/>
                  </a:lnTo>
                  <a:lnTo>
                    <a:pt x="5563938" y="609144"/>
                  </a:lnTo>
                  <a:lnTo>
                    <a:pt x="5586106" y="648641"/>
                  </a:lnTo>
                  <a:lnTo>
                    <a:pt x="5606846" y="689021"/>
                  </a:lnTo>
                  <a:lnTo>
                    <a:pt x="5626123" y="730248"/>
                  </a:lnTo>
                  <a:lnTo>
                    <a:pt x="5643903" y="772289"/>
                  </a:lnTo>
                  <a:lnTo>
                    <a:pt x="5660152" y="815109"/>
                  </a:lnTo>
                  <a:lnTo>
                    <a:pt x="5674836" y="858675"/>
                  </a:lnTo>
                  <a:lnTo>
                    <a:pt x="5687920" y="902951"/>
                  </a:lnTo>
                  <a:lnTo>
                    <a:pt x="5699370" y="947905"/>
                  </a:lnTo>
                  <a:lnTo>
                    <a:pt x="5709152" y="993501"/>
                  </a:lnTo>
                  <a:lnTo>
                    <a:pt x="5717233" y="1039705"/>
                  </a:lnTo>
                  <a:lnTo>
                    <a:pt x="5723577" y="1086484"/>
                  </a:lnTo>
                  <a:lnTo>
                    <a:pt x="5728151" y="1133804"/>
                  </a:lnTo>
                  <a:lnTo>
                    <a:pt x="5730921" y="1181629"/>
                  </a:lnTo>
                  <a:lnTo>
                    <a:pt x="5731851" y="1229926"/>
                  </a:lnTo>
                  <a:lnTo>
                    <a:pt x="5730921" y="1278223"/>
                  </a:lnTo>
                  <a:lnTo>
                    <a:pt x="5728151" y="1326048"/>
                  </a:lnTo>
                  <a:lnTo>
                    <a:pt x="5723577" y="1373368"/>
                  </a:lnTo>
                  <a:lnTo>
                    <a:pt x="5717233" y="1420147"/>
                  </a:lnTo>
                  <a:lnTo>
                    <a:pt x="5709152" y="1466352"/>
                  </a:lnTo>
                  <a:lnTo>
                    <a:pt x="5699370" y="1511948"/>
                  </a:lnTo>
                  <a:lnTo>
                    <a:pt x="5687920" y="1556901"/>
                  </a:lnTo>
                  <a:lnTo>
                    <a:pt x="5674836" y="1601178"/>
                  </a:lnTo>
                  <a:lnTo>
                    <a:pt x="5660152" y="1644743"/>
                  </a:lnTo>
                  <a:lnTo>
                    <a:pt x="5643903" y="1687563"/>
                  </a:lnTo>
                  <a:lnTo>
                    <a:pt x="5626123" y="1729604"/>
                  </a:lnTo>
                  <a:lnTo>
                    <a:pt x="5606846" y="1770832"/>
                  </a:lnTo>
                  <a:lnTo>
                    <a:pt x="5586106" y="1811211"/>
                  </a:lnTo>
                  <a:lnTo>
                    <a:pt x="5563938" y="1850709"/>
                  </a:lnTo>
                  <a:lnTo>
                    <a:pt x="5540375" y="1889290"/>
                  </a:lnTo>
                  <a:lnTo>
                    <a:pt x="5515452" y="1926922"/>
                  </a:lnTo>
                  <a:lnTo>
                    <a:pt x="5489202" y="1963568"/>
                  </a:lnTo>
                  <a:lnTo>
                    <a:pt x="5461661" y="1999197"/>
                  </a:lnTo>
                  <a:lnTo>
                    <a:pt x="5432862" y="2033772"/>
                  </a:lnTo>
                  <a:lnTo>
                    <a:pt x="5402839" y="2067261"/>
                  </a:lnTo>
                  <a:lnTo>
                    <a:pt x="5371627" y="2099628"/>
                  </a:lnTo>
                  <a:lnTo>
                    <a:pt x="5339260" y="2130841"/>
                  </a:lnTo>
                  <a:lnTo>
                    <a:pt x="5305771" y="2160863"/>
                  </a:lnTo>
                  <a:lnTo>
                    <a:pt x="5271196" y="2189662"/>
                  </a:lnTo>
                  <a:lnTo>
                    <a:pt x="5235567" y="2217204"/>
                  </a:lnTo>
                  <a:lnTo>
                    <a:pt x="5198920" y="2243453"/>
                  </a:lnTo>
                  <a:lnTo>
                    <a:pt x="5161289" y="2268376"/>
                  </a:lnTo>
                  <a:lnTo>
                    <a:pt x="5122708" y="2291939"/>
                  </a:lnTo>
                  <a:lnTo>
                    <a:pt x="5083210" y="2314108"/>
                  </a:lnTo>
                  <a:lnTo>
                    <a:pt x="5042830" y="2334848"/>
                  </a:lnTo>
                  <a:lnTo>
                    <a:pt x="5001603" y="2354125"/>
                  </a:lnTo>
                  <a:lnTo>
                    <a:pt x="4959562" y="2371905"/>
                  </a:lnTo>
                  <a:lnTo>
                    <a:pt x="4916742" y="2388153"/>
                  </a:lnTo>
                  <a:lnTo>
                    <a:pt x="4873177" y="2402837"/>
                  </a:lnTo>
                  <a:lnTo>
                    <a:pt x="4828900" y="2415921"/>
                  </a:lnTo>
                  <a:lnTo>
                    <a:pt x="4783947" y="2427371"/>
                  </a:lnTo>
                  <a:lnTo>
                    <a:pt x="4738351" y="2437154"/>
                  </a:lnTo>
                  <a:lnTo>
                    <a:pt x="4692146" y="2445234"/>
                  </a:lnTo>
                  <a:lnTo>
                    <a:pt x="4645367" y="2451579"/>
                  </a:lnTo>
                  <a:lnTo>
                    <a:pt x="4598048" y="2456153"/>
                  </a:lnTo>
                  <a:lnTo>
                    <a:pt x="4550222" y="2458922"/>
                  </a:lnTo>
                  <a:lnTo>
                    <a:pt x="4501925" y="2459853"/>
                  </a:lnTo>
                  <a:lnTo>
                    <a:pt x="1229927" y="2459853"/>
                  </a:lnTo>
                  <a:lnTo>
                    <a:pt x="1181630" y="2458922"/>
                  </a:lnTo>
                  <a:lnTo>
                    <a:pt x="1133804" y="2456153"/>
                  </a:lnTo>
                  <a:lnTo>
                    <a:pt x="1086485" y="2451579"/>
                  </a:lnTo>
                  <a:lnTo>
                    <a:pt x="1039706" y="2445234"/>
                  </a:lnTo>
                  <a:lnTo>
                    <a:pt x="993501" y="2437154"/>
                  </a:lnTo>
                  <a:lnTo>
                    <a:pt x="947905" y="2427371"/>
                  </a:lnTo>
                  <a:lnTo>
                    <a:pt x="902952" y="2415921"/>
                  </a:lnTo>
                  <a:lnTo>
                    <a:pt x="858675" y="2402837"/>
                  </a:lnTo>
                  <a:lnTo>
                    <a:pt x="815110" y="2388153"/>
                  </a:lnTo>
                  <a:lnTo>
                    <a:pt x="772289" y="2371905"/>
                  </a:lnTo>
                  <a:lnTo>
                    <a:pt x="730249" y="2354125"/>
                  </a:lnTo>
                  <a:lnTo>
                    <a:pt x="689021" y="2334848"/>
                  </a:lnTo>
                  <a:lnTo>
                    <a:pt x="648642" y="2314108"/>
                  </a:lnTo>
                  <a:lnTo>
                    <a:pt x="609144" y="2291939"/>
                  </a:lnTo>
                  <a:lnTo>
                    <a:pt x="570562" y="2268376"/>
                  </a:lnTo>
                  <a:lnTo>
                    <a:pt x="532931" y="2243453"/>
                  </a:lnTo>
                  <a:lnTo>
                    <a:pt x="496284" y="2217204"/>
                  </a:lnTo>
                  <a:lnTo>
                    <a:pt x="460656" y="2189662"/>
                  </a:lnTo>
                  <a:lnTo>
                    <a:pt x="426080" y="2160863"/>
                  </a:lnTo>
                  <a:lnTo>
                    <a:pt x="392592" y="2130841"/>
                  </a:lnTo>
                  <a:lnTo>
                    <a:pt x="360224" y="2099628"/>
                  </a:lnTo>
                  <a:lnTo>
                    <a:pt x="329012" y="2067261"/>
                  </a:lnTo>
                  <a:lnTo>
                    <a:pt x="298989" y="2033772"/>
                  </a:lnTo>
                  <a:lnTo>
                    <a:pt x="270190" y="1999197"/>
                  </a:lnTo>
                  <a:lnTo>
                    <a:pt x="242649" y="1963568"/>
                  </a:lnTo>
                  <a:lnTo>
                    <a:pt x="216399" y="1926922"/>
                  </a:lnTo>
                  <a:lnTo>
                    <a:pt x="191476" y="1889290"/>
                  </a:lnTo>
                  <a:lnTo>
                    <a:pt x="167913" y="1850709"/>
                  </a:lnTo>
                  <a:lnTo>
                    <a:pt x="145745" y="1811211"/>
                  </a:lnTo>
                  <a:lnTo>
                    <a:pt x="125005" y="1770832"/>
                  </a:lnTo>
                  <a:lnTo>
                    <a:pt x="105728" y="1729604"/>
                  </a:lnTo>
                  <a:lnTo>
                    <a:pt x="87948" y="1687563"/>
                  </a:lnTo>
                  <a:lnTo>
                    <a:pt x="71699" y="1644743"/>
                  </a:lnTo>
                  <a:lnTo>
                    <a:pt x="57015" y="1601178"/>
                  </a:lnTo>
                  <a:lnTo>
                    <a:pt x="43931" y="1556901"/>
                  </a:lnTo>
                  <a:lnTo>
                    <a:pt x="32481" y="1511948"/>
                  </a:lnTo>
                  <a:lnTo>
                    <a:pt x="22698" y="1466352"/>
                  </a:lnTo>
                  <a:lnTo>
                    <a:pt x="14618" y="1420147"/>
                  </a:lnTo>
                  <a:lnTo>
                    <a:pt x="8274" y="1373368"/>
                  </a:lnTo>
                  <a:lnTo>
                    <a:pt x="3700" y="1326048"/>
                  </a:lnTo>
                  <a:lnTo>
                    <a:pt x="930" y="1278223"/>
                  </a:lnTo>
                  <a:lnTo>
                    <a:pt x="0" y="1229926"/>
                  </a:lnTo>
                  <a:lnTo>
                    <a:pt x="930" y="1181629"/>
                  </a:lnTo>
                  <a:lnTo>
                    <a:pt x="3700" y="1133804"/>
                  </a:lnTo>
                  <a:lnTo>
                    <a:pt x="8274" y="1086484"/>
                  </a:lnTo>
                  <a:lnTo>
                    <a:pt x="14618" y="1039705"/>
                  </a:lnTo>
                  <a:lnTo>
                    <a:pt x="22698" y="993501"/>
                  </a:lnTo>
                  <a:lnTo>
                    <a:pt x="32481" y="947905"/>
                  </a:lnTo>
                  <a:lnTo>
                    <a:pt x="43931" y="902951"/>
                  </a:lnTo>
                  <a:lnTo>
                    <a:pt x="57015" y="858675"/>
                  </a:lnTo>
                  <a:lnTo>
                    <a:pt x="71699" y="815109"/>
                  </a:lnTo>
                  <a:lnTo>
                    <a:pt x="87948" y="772289"/>
                  </a:lnTo>
                  <a:lnTo>
                    <a:pt x="105728" y="730248"/>
                  </a:lnTo>
                  <a:lnTo>
                    <a:pt x="125005" y="689021"/>
                  </a:lnTo>
                  <a:lnTo>
                    <a:pt x="145745" y="648641"/>
                  </a:lnTo>
                  <a:lnTo>
                    <a:pt x="167913" y="609144"/>
                  </a:lnTo>
                  <a:lnTo>
                    <a:pt x="191476" y="570562"/>
                  </a:lnTo>
                  <a:lnTo>
                    <a:pt x="216399" y="532931"/>
                  </a:lnTo>
                  <a:lnTo>
                    <a:pt x="242649" y="496284"/>
                  </a:lnTo>
                  <a:lnTo>
                    <a:pt x="270190" y="460656"/>
                  </a:lnTo>
                  <a:lnTo>
                    <a:pt x="298989" y="426080"/>
                  </a:lnTo>
                  <a:lnTo>
                    <a:pt x="329012" y="392591"/>
                  </a:lnTo>
                  <a:lnTo>
                    <a:pt x="360224" y="360224"/>
                  </a:lnTo>
                  <a:lnTo>
                    <a:pt x="392592" y="329012"/>
                  </a:lnTo>
                  <a:lnTo>
                    <a:pt x="426080" y="298989"/>
                  </a:lnTo>
                  <a:lnTo>
                    <a:pt x="460656" y="270190"/>
                  </a:lnTo>
                  <a:lnTo>
                    <a:pt x="496284" y="242649"/>
                  </a:lnTo>
                  <a:lnTo>
                    <a:pt x="532931" y="216399"/>
                  </a:lnTo>
                  <a:lnTo>
                    <a:pt x="570562" y="191476"/>
                  </a:lnTo>
                  <a:lnTo>
                    <a:pt x="609144" y="167913"/>
                  </a:lnTo>
                  <a:lnTo>
                    <a:pt x="648642" y="145745"/>
                  </a:lnTo>
                  <a:lnTo>
                    <a:pt x="689021" y="125005"/>
                  </a:lnTo>
                  <a:lnTo>
                    <a:pt x="730249" y="105728"/>
                  </a:lnTo>
                  <a:lnTo>
                    <a:pt x="772289" y="87948"/>
                  </a:lnTo>
                  <a:lnTo>
                    <a:pt x="815110" y="71699"/>
                  </a:lnTo>
                  <a:lnTo>
                    <a:pt x="858675" y="57015"/>
                  </a:lnTo>
                  <a:lnTo>
                    <a:pt x="902952" y="43931"/>
                  </a:lnTo>
                  <a:lnTo>
                    <a:pt x="947905" y="32481"/>
                  </a:lnTo>
                  <a:lnTo>
                    <a:pt x="993501" y="22698"/>
                  </a:lnTo>
                  <a:lnTo>
                    <a:pt x="1039706" y="14618"/>
                  </a:lnTo>
                  <a:lnTo>
                    <a:pt x="1086485" y="8274"/>
                  </a:lnTo>
                  <a:lnTo>
                    <a:pt x="1133804" y="3700"/>
                  </a:lnTo>
                  <a:lnTo>
                    <a:pt x="1181630" y="930"/>
                  </a:lnTo>
                  <a:lnTo>
                    <a:pt x="1229927" y="0"/>
                  </a:lnTo>
                  <a:close/>
                </a:path>
              </a:pathLst>
            </a:custGeom>
            <a:solidFill>
              <a:srgbClr val="945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64" y="3387975"/>
              <a:ext cx="7874664" cy="388253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4528658"/>
            <a:ext cx="7134859" cy="2249805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12700" marR="5080">
              <a:lnSpc>
                <a:spcPts val="7800"/>
              </a:lnSpc>
              <a:spcBef>
                <a:spcPts val="1950"/>
              </a:spcBef>
            </a:pPr>
            <a:r>
              <a:rPr sz="8100" spc="110" dirty="0"/>
              <a:t>ARTIFICIAL </a:t>
            </a:r>
            <a:r>
              <a:rPr sz="8100" spc="170" dirty="0"/>
              <a:t>INTELLIGENCE</a:t>
            </a:r>
            <a:endParaRPr sz="8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-635" algn="ctr">
              <a:lnSpc>
                <a:spcPct val="117100"/>
              </a:lnSpc>
              <a:spcBef>
                <a:spcPts val="95"/>
              </a:spcBef>
            </a:pPr>
            <a:r>
              <a:rPr dirty="0"/>
              <a:t>Artificial</a:t>
            </a:r>
            <a:r>
              <a:rPr spc="-160" dirty="0"/>
              <a:t> </a:t>
            </a:r>
            <a:r>
              <a:rPr dirty="0"/>
              <a:t>Intelligence</a:t>
            </a:r>
            <a:r>
              <a:rPr spc="-155" dirty="0"/>
              <a:t> </a:t>
            </a:r>
            <a:r>
              <a:rPr spc="-40" dirty="0"/>
              <a:t>(AI)</a:t>
            </a:r>
            <a:r>
              <a:rPr spc="-155" dirty="0"/>
              <a:t> </a:t>
            </a:r>
            <a:r>
              <a:rPr spc="125" dirty="0"/>
              <a:t>is</a:t>
            </a:r>
            <a:r>
              <a:rPr spc="-155" dirty="0"/>
              <a:t> </a:t>
            </a:r>
            <a:r>
              <a:rPr spc="150" dirty="0"/>
              <a:t>a</a:t>
            </a:r>
            <a:r>
              <a:rPr spc="-155" dirty="0"/>
              <a:t> </a:t>
            </a:r>
            <a:r>
              <a:rPr spc="110" dirty="0"/>
              <a:t>broad</a:t>
            </a:r>
            <a:r>
              <a:rPr spc="-160" dirty="0"/>
              <a:t> </a:t>
            </a:r>
            <a:r>
              <a:rPr dirty="0"/>
              <a:t>field</a:t>
            </a:r>
            <a:r>
              <a:rPr spc="-155" dirty="0"/>
              <a:t> </a:t>
            </a:r>
            <a:r>
              <a:rPr spc="100" dirty="0"/>
              <a:t>of</a:t>
            </a:r>
            <a:r>
              <a:rPr spc="-155" dirty="0"/>
              <a:t> </a:t>
            </a:r>
            <a:r>
              <a:rPr spc="85" dirty="0"/>
              <a:t>computer</a:t>
            </a:r>
            <a:r>
              <a:rPr spc="-155" dirty="0"/>
              <a:t> </a:t>
            </a:r>
            <a:r>
              <a:rPr spc="95" dirty="0"/>
              <a:t>science</a:t>
            </a:r>
            <a:r>
              <a:rPr spc="-155" dirty="0"/>
              <a:t> </a:t>
            </a:r>
            <a:r>
              <a:rPr spc="75" dirty="0"/>
              <a:t>dedicated</a:t>
            </a:r>
            <a:r>
              <a:rPr spc="-155" dirty="0"/>
              <a:t> </a:t>
            </a:r>
            <a:r>
              <a:rPr dirty="0"/>
              <a:t>to</a:t>
            </a:r>
            <a:r>
              <a:rPr spc="-160" dirty="0"/>
              <a:t> </a:t>
            </a:r>
            <a:r>
              <a:rPr spc="60" dirty="0"/>
              <a:t>creating </a:t>
            </a:r>
            <a:r>
              <a:rPr spc="200" dirty="0"/>
              <a:t>systems</a:t>
            </a:r>
            <a:r>
              <a:rPr spc="-160" dirty="0"/>
              <a:t> </a:t>
            </a:r>
            <a:r>
              <a:rPr spc="55" dirty="0"/>
              <a:t>that</a:t>
            </a:r>
            <a:r>
              <a:rPr spc="-160" dirty="0"/>
              <a:t> </a:t>
            </a:r>
            <a:r>
              <a:rPr spc="140" dirty="0"/>
              <a:t>can</a:t>
            </a:r>
            <a:r>
              <a:rPr spc="-160" dirty="0"/>
              <a:t> </a:t>
            </a:r>
            <a:r>
              <a:rPr spc="85" dirty="0"/>
              <a:t>perform</a:t>
            </a:r>
            <a:r>
              <a:rPr spc="-160" dirty="0"/>
              <a:t> </a:t>
            </a:r>
            <a:r>
              <a:rPr spc="180" dirty="0"/>
              <a:t>tasks</a:t>
            </a:r>
            <a:r>
              <a:rPr spc="-160" dirty="0"/>
              <a:t> </a:t>
            </a:r>
            <a:r>
              <a:rPr dirty="0"/>
              <a:t>traditionally</a:t>
            </a:r>
            <a:r>
              <a:rPr spc="-160" dirty="0"/>
              <a:t> </a:t>
            </a:r>
            <a:r>
              <a:rPr spc="45" dirty="0"/>
              <a:t>requiring</a:t>
            </a:r>
            <a:r>
              <a:rPr spc="-160" dirty="0"/>
              <a:t> </a:t>
            </a:r>
            <a:r>
              <a:rPr spc="130" dirty="0"/>
              <a:t>human</a:t>
            </a:r>
            <a:r>
              <a:rPr spc="-160" dirty="0"/>
              <a:t> </a:t>
            </a:r>
            <a:r>
              <a:rPr spc="-20" dirty="0"/>
              <a:t>intelligence.</a:t>
            </a:r>
            <a:r>
              <a:rPr spc="-160" dirty="0"/>
              <a:t> </a:t>
            </a:r>
            <a:r>
              <a:rPr spc="60" dirty="0"/>
              <a:t>These</a:t>
            </a:r>
            <a:r>
              <a:rPr spc="-160" dirty="0"/>
              <a:t> </a:t>
            </a:r>
            <a:r>
              <a:rPr spc="160" dirty="0"/>
              <a:t>tasks </a:t>
            </a:r>
            <a:r>
              <a:rPr spc="45" dirty="0"/>
              <a:t>include</a:t>
            </a:r>
            <a:r>
              <a:rPr spc="-195" dirty="0"/>
              <a:t> </a:t>
            </a:r>
            <a:r>
              <a:rPr dirty="0"/>
              <a:t>learning,</a:t>
            </a:r>
            <a:r>
              <a:rPr spc="-195" dirty="0"/>
              <a:t> </a:t>
            </a:r>
            <a:r>
              <a:rPr spc="60" dirty="0"/>
              <a:t>reasoning,</a:t>
            </a:r>
            <a:r>
              <a:rPr spc="-195" dirty="0"/>
              <a:t> </a:t>
            </a:r>
            <a:r>
              <a:rPr spc="55" dirty="0"/>
              <a:t>problem-</a:t>
            </a:r>
            <a:r>
              <a:rPr spc="45" dirty="0"/>
              <a:t>solving,</a:t>
            </a:r>
            <a:r>
              <a:rPr spc="-190" dirty="0"/>
              <a:t> </a:t>
            </a:r>
            <a:r>
              <a:rPr spc="-10" dirty="0"/>
              <a:t>perception,</a:t>
            </a:r>
            <a:r>
              <a:rPr spc="-195" dirty="0"/>
              <a:t> </a:t>
            </a:r>
            <a:r>
              <a:rPr spc="140" dirty="0"/>
              <a:t>and</a:t>
            </a:r>
            <a:r>
              <a:rPr spc="-195" dirty="0"/>
              <a:t> </a:t>
            </a:r>
            <a:r>
              <a:rPr spc="114" dirty="0"/>
              <a:t>language</a:t>
            </a:r>
            <a:r>
              <a:rPr spc="-195" dirty="0"/>
              <a:t> </a:t>
            </a:r>
            <a:r>
              <a:rPr spc="60" dirty="0"/>
              <a:t>understanding. </a:t>
            </a:r>
            <a:r>
              <a:rPr spc="105" dirty="0"/>
              <a:t>AI</a:t>
            </a:r>
            <a:r>
              <a:rPr spc="-220" dirty="0"/>
              <a:t> </a:t>
            </a:r>
            <a:r>
              <a:rPr spc="125" dirty="0"/>
              <a:t>is</a:t>
            </a:r>
            <a:r>
              <a:rPr spc="-220" dirty="0"/>
              <a:t> </a:t>
            </a:r>
            <a:r>
              <a:rPr spc="70" dirty="0"/>
              <a:t>not</a:t>
            </a:r>
            <a:r>
              <a:rPr spc="-215" dirty="0"/>
              <a:t> </a:t>
            </a:r>
            <a:r>
              <a:rPr spc="150" dirty="0"/>
              <a:t>a</a:t>
            </a:r>
            <a:r>
              <a:rPr spc="-220" dirty="0"/>
              <a:t> </a:t>
            </a:r>
            <a:r>
              <a:rPr spc="95" dirty="0"/>
              <a:t>single</a:t>
            </a:r>
            <a:r>
              <a:rPr spc="-215" dirty="0"/>
              <a:t> </a:t>
            </a:r>
            <a:r>
              <a:rPr spc="95" dirty="0"/>
              <a:t>technology</a:t>
            </a:r>
            <a:r>
              <a:rPr spc="-220" dirty="0"/>
              <a:t> </a:t>
            </a:r>
            <a:r>
              <a:rPr spc="65" dirty="0"/>
              <a:t>but</a:t>
            </a:r>
            <a:r>
              <a:rPr spc="-215" dirty="0"/>
              <a:t> </a:t>
            </a:r>
            <a:r>
              <a:rPr spc="125" dirty="0"/>
              <a:t>an</a:t>
            </a:r>
            <a:r>
              <a:rPr spc="-220" dirty="0"/>
              <a:t> </a:t>
            </a:r>
            <a:r>
              <a:rPr spc="50" dirty="0"/>
              <a:t>umbrella</a:t>
            </a:r>
            <a:r>
              <a:rPr spc="-220" dirty="0"/>
              <a:t> </a:t>
            </a:r>
            <a:r>
              <a:rPr spc="50" dirty="0"/>
              <a:t>term</a:t>
            </a:r>
            <a:r>
              <a:rPr spc="-215" dirty="0"/>
              <a:t> </a:t>
            </a:r>
            <a:r>
              <a:rPr spc="65" dirty="0"/>
              <a:t>for</a:t>
            </a:r>
            <a:r>
              <a:rPr spc="-220" dirty="0"/>
              <a:t> </a:t>
            </a:r>
            <a:r>
              <a:rPr spc="90" dirty="0"/>
              <a:t>various</a:t>
            </a:r>
            <a:r>
              <a:rPr spc="-215" dirty="0"/>
              <a:t> </a:t>
            </a:r>
            <a:r>
              <a:rPr spc="85" dirty="0"/>
              <a:t>technologies</a:t>
            </a:r>
            <a:r>
              <a:rPr spc="-220" dirty="0"/>
              <a:t> </a:t>
            </a:r>
            <a:r>
              <a:rPr spc="55" dirty="0"/>
              <a:t>that</a:t>
            </a:r>
            <a:r>
              <a:rPr spc="-215" dirty="0"/>
              <a:t> </a:t>
            </a:r>
            <a:r>
              <a:rPr spc="40" dirty="0"/>
              <a:t>enable </a:t>
            </a:r>
            <a:r>
              <a:rPr spc="125" dirty="0"/>
              <a:t>machines</a:t>
            </a:r>
            <a:r>
              <a:rPr spc="-190" dirty="0"/>
              <a:t> </a:t>
            </a:r>
            <a:r>
              <a:rPr dirty="0"/>
              <a:t>to</a:t>
            </a:r>
            <a:r>
              <a:rPr spc="-190" dirty="0"/>
              <a:t> </a:t>
            </a:r>
            <a:r>
              <a:rPr spc="70" dirty="0"/>
              <a:t>simulate</a:t>
            </a:r>
            <a:r>
              <a:rPr spc="-190" dirty="0"/>
              <a:t> </a:t>
            </a:r>
            <a:r>
              <a:rPr spc="60" dirty="0"/>
              <a:t>cognitive</a:t>
            </a:r>
            <a:r>
              <a:rPr spc="-190" dirty="0"/>
              <a:t> </a:t>
            </a:r>
            <a:r>
              <a:rPr spc="35" dirty="0"/>
              <a:t>functions.</a:t>
            </a:r>
          </a:p>
          <a:p>
            <a:pPr marL="1905" marR="16510" algn="ctr">
              <a:lnSpc>
                <a:spcPts val="4430"/>
              </a:lnSpc>
              <a:spcBef>
                <a:spcPts val="70"/>
              </a:spcBef>
            </a:pPr>
            <a:r>
              <a:rPr spc="-20" dirty="0"/>
              <a:t>The</a:t>
            </a:r>
            <a:r>
              <a:rPr spc="-160" dirty="0"/>
              <a:t> </a:t>
            </a:r>
            <a:r>
              <a:rPr dirty="0"/>
              <a:t>current</a:t>
            </a:r>
            <a:r>
              <a:rPr spc="-155" dirty="0"/>
              <a:t> </a:t>
            </a:r>
            <a:r>
              <a:rPr spc="110" dirty="0"/>
              <a:t>form</a:t>
            </a:r>
            <a:r>
              <a:rPr spc="-155" dirty="0"/>
              <a:t> </a:t>
            </a:r>
            <a:r>
              <a:rPr spc="100" dirty="0"/>
              <a:t>of</a:t>
            </a:r>
            <a:r>
              <a:rPr spc="-160" dirty="0"/>
              <a:t> </a:t>
            </a:r>
            <a:r>
              <a:rPr spc="105" dirty="0"/>
              <a:t>AI</a:t>
            </a:r>
            <a:r>
              <a:rPr spc="-155" dirty="0"/>
              <a:t> </a:t>
            </a:r>
            <a:r>
              <a:rPr dirty="0"/>
              <a:t>in</a:t>
            </a:r>
            <a:r>
              <a:rPr spc="-155" dirty="0"/>
              <a:t> </a:t>
            </a:r>
            <a:r>
              <a:rPr spc="105" dirty="0"/>
              <a:t>widespread</a:t>
            </a:r>
            <a:r>
              <a:rPr spc="-155" dirty="0"/>
              <a:t> </a:t>
            </a:r>
            <a:r>
              <a:rPr spc="140" dirty="0"/>
              <a:t>use</a:t>
            </a:r>
            <a:r>
              <a:rPr spc="-160" dirty="0"/>
              <a:t> </a:t>
            </a:r>
            <a:r>
              <a:rPr spc="125" dirty="0"/>
              <a:t>is</a:t>
            </a:r>
            <a:r>
              <a:rPr spc="-155" dirty="0"/>
              <a:t> </a:t>
            </a:r>
            <a:r>
              <a:rPr dirty="0"/>
              <a:t>Artificial</a:t>
            </a:r>
            <a:r>
              <a:rPr spc="-155" dirty="0"/>
              <a:t> </a:t>
            </a:r>
            <a:r>
              <a:rPr spc="125" dirty="0"/>
              <a:t>Narrow</a:t>
            </a:r>
            <a:r>
              <a:rPr spc="-160" dirty="0"/>
              <a:t> </a:t>
            </a:r>
            <a:r>
              <a:rPr dirty="0"/>
              <a:t>Intelligence</a:t>
            </a:r>
            <a:r>
              <a:rPr spc="-155" dirty="0"/>
              <a:t> </a:t>
            </a:r>
            <a:r>
              <a:rPr spc="-70" dirty="0"/>
              <a:t>(ANI),</a:t>
            </a:r>
            <a:r>
              <a:rPr spc="-155" dirty="0"/>
              <a:t> </a:t>
            </a:r>
            <a:r>
              <a:rPr spc="100" dirty="0"/>
              <a:t>which</a:t>
            </a:r>
            <a:r>
              <a:rPr spc="-155" dirty="0"/>
              <a:t> </a:t>
            </a:r>
            <a:r>
              <a:rPr spc="100" dirty="0"/>
              <a:t>is </a:t>
            </a:r>
            <a:r>
              <a:rPr spc="125" dirty="0"/>
              <a:t>designed</a:t>
            </a:r>
            <a:r>
              <a:rPr spc="-210" dirty="0"/>
              <a:t> </a:t>
            </a:r>
            <a:r>
              <a:rPr dirty="0"/>
              <a:t>to</a:t>
            </a:r>
            <a:r>
              <a:rPr spc="-204" dirty="0"/>
              <a:t> </a:t>
            </a:r>
            <a:r>
              <a:rPr spc="85" dirty="0"/>
              <a:t>perform</a:t>
            </a:r>
            <a:r>
              <a:rPr spc="-210" dirty="0"/>
              <a:t> </a:t>
            </a:r>
            <a:r>
              <a:rPr spc="150" dirty="0"/>
              <a:t>a</a:t>
            </a:r>
            <a:r>
              <a:rPr spc="-204" dirty="0"/>
              <a:t> </a:t>
            </a:r>
            <a:r>
              <a:rPr dirty="0"/>
              <a:t>single,</a:t>
            </a:r>
            <a:r>
              <a:rPr spc="-210" dirty="0"/>
              <a:t> </a:t>
            </a:r>
            <a:r>
              <a:rPr spc="85" dirty="0"/>
              <a:t>specific</a:t>
            </a:r>
            <a:r>
              <a:rPr spc="-204" dirty="0"/>
              <a:t> </a:t>
            </a:r>
            <a:r>
              <a:rPr dirty="0"/>
              <a:t>task,</a:t>
            </a:r>
            <a:r>
              <a:rPr spc="-210" dirty="0"/>
              <a:t> </a:t>
            </a:r>
            <a:r>
              <a:rPr spc="170" dirty="0"/>
              <a:t>such</a:t>
            </a:r>
            <a:r>
              <a:rPr spc="-204" dirty="0"/>
              <a:t> </a:t>
            </a:r>
            <a:r>
              <a:rPr spc="240" dirty="0"/>
              <a:t>as</a:t>
            </a:r>
            <a:r>
              <a:rPr spc="-204" dirty="0"/>
              <a:t> </a:t>
            </a:r>
            <a:r>
              <a:rPr spc="110" dirty="0"/>
              <a:t>recommending</a:t>
            </a:r>
            <a:r>
              <a:rPr spc="-210" dirty="0"/>
              <a:t> </a:t>
            </a:r>
            <a:r>
              <a:rPr spc="150" dirty="0"/>
              <a:t>a</a:t>
            </a:r>
            <a:r>
              <a:rPr spc="-204" dirty="0"/>
              <a:t> </a:t>
            </a:r>
            <a:r>
              <a:rPr spc="85" dirty="0"/>
              <a:t>product</a:t>
            </a:r>
            <a:r>
              <a:rPr spc="-210" dirty="0"/>
              <a:t> </a:t>
            </a:r>
            <a:r>
              <a:rPr spc="35" dirty="0"/>
              <a:t>or </a:t>
            </a:r>
            <a:r>
              <a:rPr spc="140" dirty="0"/>
              <a:t>engaging</a:t>
            </a:r>
            <a:r>
              <a:rPr spc="-175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150" dirty="0"/>
              <a:t>a</a:t>
            </a:r>
            <a:r>
              <a:rPr spc="-170" dirty="0"/>
              <a:t> </a:t>
            </a:r>
            <a:r>
              <a:rPr dirty="0"/>
              <a:t>chat.</a:t>
            </a:r>
            <a:r>
              <a:rPr spc="-170" dirty="0"/>
              <a:t> </a:t>
            </a:r>
            <a:r>
              <a:rPr dirty="0"/>
              <a:t>This</a:t>
            </a:r>
            <a:r>
              <a:rPr spc="-170" dirty="0"/>
              <a:t> </a:t>
            </a:r>
            <a:r>
              <a:rPr spc="195" dirty="0"/>
              <a:t>has</a:t>
            </a:r>
            <a:r>
              <a:rPr spc="-170" dirty="0"/>
              <a:t> </a:t>
            </a:r>
            <a:r>
              <a:rPr dirty="0"/>
              <a:t>revolutionized</a:t>
            </a:r>
            <a:r>
              <a:rPr spc="-170" dirty="0"/>
              <a:t> </a:t>
            </a:r>
            <a:r>
              <a:rPr spc="80" dirty="0"/>
              <a:t>industries</a:t>
            </a:r>
            <a:r>
              <a:rPr spc="-170" dirty="0"/>
              <a:t> </a:t>
            </a:r>
            <a:r>
              <a:rPr spc="80" dirty="0"/>
              <a:t>globally</a:t>
            </a:r>
            <a:r>
              <a:rPr spc="-170" dirty="0"/>
              <a:t> </a:t>
            </a:r>
            <a:r>
              <a:rPr spc="165" dirty="0"/>
              <a:t>by</a:t>
            </a:r>
            <a:r>
              <a:rPr spc="-170" dirty="0"/>
              <a:t> </a:t>
            </a:r>
            <a:r>
              <a:rPr spc="95" dirty="0"/>
              <a:t>automating</a:t>
            </a:r>
            <a:r>
              <a:rPr spc="-170" dirty="0"/>
              <a:t> </a:t>
            </a:r>
            <a:r>
              <a:rPr spc="50" dirty="0"/>
              <a:t>tasks, </a:t>
            </a:r>
            <a:r>
              <a:rPr spc="100" dirty="0"/>
              <a:t>enhancing</a:t>
            </a:r>
            <a:r>
              <a:rPr spc="-180" dirty="0"/>
              <a:t> </a:t>
            </a:r>
            <a:r>
              <a:rPr spc="70" dirty="0"/>
              <a:t>decision-</a:t>
            </a:r>
            <a:r>
              <a:rPr spc="50" dirty="0"/>
              <a:t>making,</a:t>
            </a:r>
            <a:r>
              <a:rPr spc="-175" dirty="0"/>
              <a:t> </a:t>
            </a:r>
            <a:r>
              <a:rPr spc="140" dirty="0"/>
              <a:t>and</a:t>
            </a:r>
            <a:r>
              <a:rPr spc="-175" dirty="0"/>
              <a:t> </a:t>
            </a:r>
            <a:r>
              <a:rPr spc="75" dirty="0"/>
              <a:t>enabling</a:t>
            </a:r>
            <a:r>
              <a:rPr spc="-175" dirty="0"/>
              <a:t> </a:t>
            </a:r>
            <a:r>
              <a:rPr spc="85" dirty="0"/>
              <a:t>highly</a:t>
            </a:r>
            <a:r>
              <a:rPr spc="-175" dirty="0"/>
              <a:t> </a:t>
            </a:r>
            <a:r>
              <a:rPr spc="65" dirty="0"/>
              <a:t>personalized</a:t>
            </a:r>
            <a:r>
              <a:rPr spc="-175" dirty="0"/>
              <a:t> </a:t>
            </a:r>
            <a:r>
              <a:rPr dirty="0"/>
              <a:t>experiences.</a:t>
            </a:r>
            <a:r>
              <a:rPr spc="-175" dirty="0"/>
              <a:t> </a:t>
            </a:r>
            <a:r>
              <a:rPr spc="250" dirty="0"/>
              <a:t>As</a:t>
            </a:r>
            <a:r>
              <a:rPr spc="-175" dirty="0"/>
              <a:t> </a:t>
            </a:r>
            <a:r>
              <a:rPr spc="100" dirty="0"/>
              <a:t>a </a:t>
            </a:r>
            <a:r>
              <a:rPr spc="75" dirty="0"/>
              <a:t>transformative</a:t>
            </a:r>
            <a:r>
              <a:rPr spc="-135" dirty="0"/>
              <a:t> </a:t>
            </a:r>
            <a:r>
              <a:rPr dirty="0"/>
              <a:t>technology,</a:t>
            </a:r>
            <a:r>
              <a:rPr spc="-130" dirty="0"/>
              <a:t> </a:t>
            </a:r>
            <a:r>
              <a:rPr spc="105" dirty="0"/>
              <a:t>AI</a:t>
            </a:r>
            <a:r>
              <a:rPr spc="-135" dirty="0"/>
              <a:t> </a:t>
            </a:r>
            <a:r>
              <a:rPr spc="195" dirty="0"/>
              <a:t>has</a:t>
            </a:r>
            <a:r>
              <a:rPr spc="-130" dirty="0"/>
              <a:t> </a:t>
            </a:r>
            <a:r>
              <a:rPr spc="110" dirty="0"/>
              <a:t>become</a:t>
            </a:r>
            <a:r>
              <a:rPr spc="-135" dirty="0"/>
              <a:t> </a:t>
            </a:r>
            <a:r>
              <a:rPr dirty="0"/>
              <a:t>central</a:t>
            </a:r>
            <a:r>
              <a:rPr spc="-130" dirty="0"/>
              <a:t> </a:t>
            </a:r>
            <a:r>
              <a:rPr dirty="0"/>
              <a:t>to</a:t>
            </a:r>
            <a:r>
              <a:rPr spc="-135" dirty="0"/>
              <a:t> </a:t>
            </a:r>
            <a:r>
              <a:rPr spc="-10" dirty="0"/>
              <a:t>innovation,</a:t>
            </a:r>
            <a:r>
              <a:rPr spc="-130" dirty="0"/>
              <a:t> </a:t>
            </a:r>
            <a:r>
              <a:rPr spc="70" dirty="0"/>
              <a:t>driving</a:t>
            </a:r>
            <a:r>
              <a:rPr spc="-130" dirty="0"/>
              <a:t> </a:t>
            </a:r>
            <a:r>
              <a:rPr spc="60" dirty="0"/>
              <a:t>efficiency</a:t>
            </a:r>
            <a:r>
              <a:rPr spc="-135" dirty="0"/>
              <a:t> </a:t>
            </a:r>
            <a:r>
              <a:rPr spc="114" dirty="0"/>
              <a:t>and scale</a:t>
            </a:r>
            <a:r>
              <a:rPr spc="-204" dirty="0"/>
              <a:t> </a:t>
            </a:r>
            <a:r>
              <a:rPr spc="185" dirty="0"/>
              <a:t>across</a:t>
            </a:r>
            <a:r>
              <a:rPr spc="-200" dirty="0"/>
              <a:t> </a:t>
            </a:r>
            <a:r>
              <a:rPr spc="130" dirty="0"/>
              <a:t>sectors</a:t>
            </a:r>
            <a:r>
              <a:rPr spc="-200" dirty="0"/>
              <a:t> </a:t>
            </a:r>
            <a:r>
              <a:rPr spc="105" dirty="0"/>
              <a:t>from</a:t>
            </a:r>
            <a:r>
              <a:rPr spc="-200" dirty="0"/>
              <a:t> </a:t>
            </a:r>
            <a:r>
              <a:rPr spc="70" dirty="0"/>
              <a:t>finance</a:t>
            </a:r>
            <a:r>
              <a:rPr spc="-200" dirty="0"/>
              <a:t> </a:t>
            </a:r>
            <a:r>
              <a:rPr dirty="0"/>
              <a:t>to</a:t>
            </a:r>
            <a:r>
              <a:rPr spc="-200" dirty="0"/>
              <a:t> </a:t>
            </a:r>
            <a:r>
              <a:rPr spc="-10" dirty="0"/>
              <a:t>healthcare.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941487"/>
            <a:ext cx="5670550" cy="1146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50" spc="125" dirty="0"/>
              <a:t>Introduction</a:t>
            </a:r>
            <a:endParaRPr sz="7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3555" cy="10287000"/>
            </a:xfrm>
            <a:custGeom>
              <a:avLst/>
              <a:gdLst/>
              <a:ahLst/>
              <a:cxnLst/>
              <a:rect l="l" t="t" r="r" b="b"/>
              <a:pathLst>
                <a:path w="18283555" h="10287000">
                  <a:moveTo>
                    <a:pt x="18283533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8283533" y="0"/>
                  </a:lnTo>
                  <a:lnTo>
                    <a:pt x="18283533" y="10286999"/>
                  </a:lnTo>
                  <a:close/>
                </a:path>
              </a:pathLst>
            </a:custGeom>
            <a:solidFill>
              <a:srgbClr val="9458ED">
                <a:alpha val="2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7729" y="567305"/>
              <a:ext cx="17157700" cy="9391650"/>
            </a:xfrm>
            <a:custGeom>
              <a:avLst/>
              <a:gdLst/>
              <a:ahLst/>
              <a:cxnLst/>
              <a:rect l="l" t="t" r="r" b="b"/>
              <a:pathLst>
                <a:path w="17157700" h="9391650">
                  <a:moveTo>
                    <a:pt x="16700035" y="9391145"/>
                  </a:moveTo>
                  <a:lnTo>
                    <a:pt x="457199" y="9391145"/>
                  </a:lnTo>
                  <a:lnTo>
                    <a:pt x="405611" y="9388226"/>
                  </a:lnTo>
                  <a:lnTo>
                    <a:pt x="355078" y="9379595"/>
                  </a:lnTo>
                  <a:lnTo>
                    <a:pt x="306048" y="9365437"/>
                  </a:lnTo>
                  <a:lnTo>
                    <a:pt x="258969" y="9345936"/>
                  </a:lnTo>
                  <a:lnTo>
                    <a:pt x="214288" y="9321278"/>
                  </a:lnTo>
                  <a:lnTo>
                    <a:pt x="172452" y="9291649"/>
                  </a:lnTo>
                  <a:lnTo>
                    <a:pt x="133910" y="9257234"/>
                  </a:lnTo>
                  <a:lnTo>
                    <a:pt x="99495" y="9218691"/>
                  </a:lnTo>
                  <a:lnTo>
                    <a:pt x="69866" y="9176856"/>
                  </a:lnTo>
                  <a:lnTo>
                    <a:pt x="45208" y="9132175"/>
                  </a:lnTo>
                  <a:lnTo>
                    <a:pt x="25708" y="9085096"/>
                  </a:lnTo>
                  <a:lnTo>
                    <a:pt x="11549" y="9036066"/>
                  </a:lnTo>
                  <a:lnTo>
                    <a:pt x="2918" y="8985533"/>
                  </a:lnTo>
                  <a:lnTo>
                    <a:pt x="0" y="8933945"/>
                  </a:lnTo>
                  <a:lnTo>
                    <a:pt x="0" y="457199"/>
                  </a:lnTo>
                  <a:lnTo>
                    <a:pt x="2918" y="405611"/>
                  </a:lnTo>
                  <a:lnTo>
                    <a:pt x="11549" y="355078"/>
                  </a:lnTo>
                  <a:lnTo>
                    <a:pt x="25708" y="306048"/>
                  </a:lnTo>
                  <a:lnTo>
                    <a:pt x="45208" y="258969"/>
                  </a:lnTo>
                  <a:lnTo>
                    <a:pt x="69866" y="214288"/>
                  </a:lnTo>
                  <a:lnTo>
                    <a:pt x="99495" y="172452"/>
                  </a:lnTo>
                  <a:lnTo>
                    <a:pt x="133910" y="133910"/>
                  </a:lnTo>
                  <a:lnTo>
                    <a:pt x="172452" y="99495"/>
                  </a:lnTo>
                  <a:lnTo>
                    <a:pt x="214288" y="69866"/>
                  </a:lnTo>
                  <a:lnTo>
                    <a:pt x="258969" y="45208"/>
                  </a:lnTo>
                  <a:lnTo>
                    <a:pt x="306048" y="25708"/>
                  </a:lnTo>
                  <a:lnTo>
                    <a:pt x="355078" y="11549"/>
                  </a:lnTo>
                  <a:lnTo>
                    <a:pt x="405611" y="2918"/>
                  </a:lnTo>
                  <a:lnTo>
                    <a:pt x="457199" y="0"/>
                  </a:lnTo>
                  <a:lnTo>
                    <a:pt x="16700035" y="0"/>
                  </a:lnTo>
                  <a:lnTo>
                    <a:pt x="16751623" y="2918"/>
                  </a:lnTo>
                  <a:lnTo>
                    <a:pt x="16802157" y="11549"/>
                  </a:lnTo>
                  <a:lnTo>
                    <a:pt x="16851186" y="25708"/>
                  </a:lnTo>
                  <a:lnTo>
                    <a:pt x="16898266" y="45208"/>
                  </a:lnTo>
                  <a:lnTo>
                    <a:pt x="16942946" y="69866"/>
                  </a:lnTo>
                  <a:lnTo>
                    <a:pt x="16984782" y="99495"/>
                  </a:lnTo>
                  <a:lnTo>
                    <a:pt x="17023324" y="133910"/>
                  </a:lnTo>
                  <a:lnTo>
                    <a:pt x="17057739" y="172452"/>
                  </a:lnTo>
                  <a:lnTo>
                    <a:pt x="17087368" y="214288"/>
                  </a:lnTo>
                  <a:lnTo>
                    <a:pt x="17112025" y="258969"/>
                  </a:lnTo>
                  <a:lnTo>
                    <a:pt x="17131526" y="306048"/>
                  </a:lnTo>
                  <a:lnTo>
                    <a:pt x="17145685" y="355078"/>
                  </a:lnTo>
                  <a:lnTo>
                    <a:pt x="17154316" y="405611"/>
                  </a:lnTo>
                  <a:lnTo>
                    <a:pt x="17157235" y="457199"/>
                  </a:lnTo>
                  <a:lnTo>
                    <a:pt x="17157235" y="8933945"/>
                  </a:lnTo>
                  <a:lnTo>
                    <a:pt x="17154316" y="8985533"/>
                  </a:lnTo>
                  <a:lnTo>
                    <a:pt x="17145685" y="9036066"/>
                  </a:lnTo>
                  <a:lnTo>
                    <a:pt x="17131526" y="9085096"/>
                  </a:lnTo>
                  <a:lnTo>
                    <a:pt x="17112025" y="9132175"/>
                  </a:lnTo>
                  <a:lnTo>
                    <a:pt x="17087368" y="9176856"/>
                  </a:lnTo>
                  <a:lnTo>
                    <a:pt x="17057739" y="9218691"/>
                  </a:lnTo>
                  <a:lnTo>
                    <a:pt x="17023324" y="9257234"/>
                  </a:lnTo>
                  <a:lnTo>
                    <a:pt x="16984782" y="9291649"/>
                  </a:lnTo>
                  <a:lnTo>
                    <a:pt x="16942946" y="9321278"/>
                  </a:lnTo>
                  <a:lnTo>
                    <a:pt x="16898266" y="9345936"/>
                  </a:lnTo>
                  <a:lnTo>
                    <a:pt x="16851186" y="9365437"/>
                  </a:lnTo>
                  <a:lnTo>
                    <a:pt x="16802157" y="9379595"/>
                  </a:lnTo>
                  <a:lnTo>
                    <a:pt x="16751623" y="9388226"/>
                  </a:lnTo>
                  <a:lnTo>
                    <a:pt x="16700035" y="9391145"/>
                  </a:lnTo>
                  <a:close/>
                </a:path>
              </a:pathLst>
            </a:custGeom>
            <a:solidFill>
              <a:srgbClr val="000000">
                <a:alpha val="2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7729" y="567305"/>
              <a:ext cx="17157700" cy="9391650"/>
            </a:xfrm>
            <a:custGeom>
              <a:avLst/>
              <a:gdLst/>
              <a:ahLst/>
              <a:cxnLst/>
              <a:rect l="l" t="t" r="r" b="b"/>
              <a:pathLst>
                <a:path w="17157700" h="9391650">
                  <a:moveTo>
                    <a:pt x="16700035" y="9391145"/>
                  </a:moveTo>
                  <a:lnTo>
                    <a:pt x="457199" y="9391145"/>
                  </a:lnTo>
                  <a:lnTo>
                    <a:pt x="405611" y="9388226"/>
                  </a:lnTo>
                  <a:lnTo>
                    <a:pt x="355078" y="9379595"/>
                  </a:lnTo>
                  <a:lnTo>
                    <a:pt x="306048" y="9365437"/>
                  </a:lnTo>
                  <a:lnTo>
                    <a:pt x="258969" y="9345936"/>
                  </a:lnTo>
                  <a:lnTo>
                    <a:pt x="214288" y="9321278"/>
                  </a:lnTo>
                  <a:lnTo>
                    <a:pt x="172452" y="9291649"/>
                  </a:lnTo>
                  <a:lnTo>
                    <a:pt x="133910" y="9257234"/>
                  </a:lnTo>
                  <a:lnTo>
                    <a:pt x="99495" y="9218691"/>
                  </a:lnTo>
                  <a:lnTo>
                    <a:pt x="69866" y="9176856"/>
                  </a:lnTo>
                  <a:lnTo>
                    <a:pt x="45208" y="9132175"/>
                  </a:lnTo>
                  <a:lnTo>
                    <a:pt x="25708" y="9085096"/>
                  </a:lnTo>
                  <a:lnTo>
                    <a:pt x="11549" y="9036066"/>
                  </a:lnTo>
                  <a:lnTo>
                    <a:pt x="2918" y="8985533"/>
                  </a:lnTo>
                  <a:lnTo>
                    <a:pt x="0" y="8933945"/>
                  </a:lnTo>
                  <a:lnTo>
                    <a:pt x="0" y="457199"/>
                  </a:lnTo>
                  <a:lnTo>
                    <a:pt x="2918" y="405611"/>
                  </a:lnTo>
                  <a:lnTo>
                    <a:pt x="11549" y="355078"/>
                  </a:lnTo>
                  <a:lnTo>
                    <a:pt x="25708" y="306048"/>
                  </a:lnTo>
                  <a:lnTo>
                    <a:pt x="45208" y="258969"/>
                  </a:lnTo>
                  <a:lnTo>
                    <a:pt x="69866" y="214288"/>
                  </a:lnTo>
                  <a:lnTo>
                    <a:pt x="99495" y="172452"/>
                  </a:lnTo>
                  <a:lnTo>
                    <a:pt x="133910" y="133910"/>
                  </a:lnTo>
                  <a:lnTo>
                    <a:pt x="172452" y="99495"/>
                  </a:lnTo>
                  <a:lnTo>
                    <a:pt x="214288" y="69866"/>
                  </a:lnTo>
                  <a:lnTo>
                    <a:pt x="258969" y="45208"/>
                  </a:lnTo>
                  <a:lnTo>
                    <a:pt x="306048" y="25708"/>
                  </a:lnTo>
                  <a:lnTo>
                    <a:pt x="355078" y="11549"/>
                  </a:lnTo>
                  <a:lnTo>
                    <a:pt x="405611" y="2918"/>
                  </a:lnTo>
                  <a:lnTo>
                    <a:pt x="457199" y="0"/>
                  </a:lnTo>
                  <a:lnTo>
                    <a:pt x="16700035" y="0"/>
                  </a:lnTo>
                  <a:lnTo>
                    <a:pt x="16751623" y="2918"/>
                  </a:lnTo>
                  <a:lnTo>
                    <a:pt x="16802157" y="11549"/>
                  </a:lnTo>
                  <a:lnTo>
                    <a:pt x="16851186" y="25708"/>
                  </a:lnTo>
                  <a:lnTo>
                    <a:pt x="16898266" y="45208"/>
                  </a:lnTo>
                  <a:lnTo>
                    <a:pt x="16942946" y="69866"/>
                  </a:lnTo>
                  <a:lnTo>
                    <a:pt x="16984782" y="99495"/>
                  </a:lnTo>
                  <a:lnTo>
                    <a:pt x="17023324" y="133910"/>
                  </a:lnTo>
                  <a:lnTo>
                    <a:pt x="17057739" y="172452"/>
                  </a:lnTo>
                  <a:lnTo>
                    <a:pt x="17087368" y="214288"/>
                  </a:lnTo>
                  <a:lnTo>
                    <a:pt x="17112025" y="258969"/>
                  </a:lnTo>
                  <a:lnTo>
                    <a:pt x="17131526" y="306048"/>
                  </a:lnTo>
                  <a:lnTo>
                    <a:pt x="17145685" y="355078"/>
                  </a:lnTo>
                  <a:lnTo>
                    <a:pt x="17154316" y="405611"/>
                  </a:lnTo>
                  <a:lnTo>
                    <a:pt x="17157235" y="457199"/>
                  </a:lnTo>
                  <a:lnTo>
                    <a:pt x="17157235" y="8933945"/>
                  </a:lnTo>
                  <a:lnTo>
                    <a:pt x="17154316" y="8985533"/>
                  </a:lnTo>
                  <a:lnTo>
                    <a:pt x="17145685" y="9036066"/>
                  </a:lnTo>
                  <a:lnTo>
                    <a:pt x="17131526" y="9085096"/>
                  </a:lnTo>
                  <a:lnTo>
                    <a:pt x="17112025" y="9132175"/>
                  </a:lnTo>
                  <a:lnTo>
                    <a:pt x="17087368" y="9176856"/>
                  </a:lnTo>
                  <a:lnTo>
                    <a:pt x="17057739" y="9218691"/>
                  </a:lnTo>
                  <a:lnTo>
                    <a:pt x="17023324" y="9257234"/>
                  </a:lnTo>
                  <a:lnTo>
                    <a:pt x="16984782" y="9291649"/>
                  </a:lnTo>
                  <a:lnTo>
                    <a:pt x="16942946" y="9321278"/>
                  </a:lnTo>
                  <a:lnTo>
                    <a:pt x="16898266" y="9345936"/>
                  </a:lnTo>
                  <a:lnTo>
                    <a:pt x="16851186" y="9365437"/>
                  </a:lnTo>
                  <a:lnTo>
                    <a:pt x="16802157" y="9379595"/>
                  </a:lnTo>
                  <a:lnTo>
                    <a:pt x="16751623" y="9388226"/>
                  </a:lnTo>
                  <a:lnTo>
                    <a:pt x="16700035" y="93911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756930"/>
            <a:ext cx="9364345" cy="2635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sz="7350" spc="240" dirty="0"/>
              <a:t>Key</a:t>
            </a:r>
            <a:r>
              <a:rPr sz="7350" spc="-555" dirty="0"/>
              <a:t> </a:t>
            </a:r>
            <a:r>
              <a:rPr sz="7350" spc="-380" dirty="0"/>
              <a:t>T</a:t>
            </a:r>
            <a:r>
              <a:rPr sz="7350" spc="200" dirty="0"/>
              <a:t>e</a:t>
            </a:r>
            <a:r>
              <a:rPr sz="7350" spc="175" dirty="0"/>
              <a:t>chno</a:t>
            </a:r>
            <a:r>
              <a:rPr sz="7350" spc="170" dirty="0"/>
              <a:t>lo</a:t>
            </a:r>
            <a:r>
              <a:rPr sz="7350" spc="175" dirty="0"/>
              <a:t>g</a:t>
            </a:r>
            <a:r>
              <a:rPr sz="7350" spc="170" dirty="0"/>
              <a:t>i</a:t>
            </a:r>
            <a:r>
              <a:rPr sz="7350" spc="215" dirty="0"/>
              <a:t>e</a:t>
            </a:r>
            <a:r>
              <a:rPr sz="7350" spc="180" dirty="0"/>
              <a:t>s</a:t>
            </a:r>
            <a:r>
              <a:rPr sz="7350" spc="-540" dirty="0"/>
              <a:t> </a:t>
            </a:r>
            <a:r>
              <a:rPr sz="7350" spc="-25" dirty="0"/>
              <a:t>in </a:t>
            </a:r>
            <a:r>
              <a:rPr sz="7350" spc="60" dirty="0"/>
              <a:t>Artificial</a:t>
            </a:r>
            <a:r>
              <a:rPr sz="7350" spc="-535" dirty="0"/>
              <a:t> </a:t>
            </a:r>
            <a:r>
              <a:rPr sz="7350" spc="50" dirty="0"/>
              <a:t>Intelligence</a:t>
            </a:r>
            <a:endParaRPr sz="7350"/>
          </a:p>
        </p:txBody>
      </p:sp>
      <p:grpSp>
        <p:nvGrpSpPr>
          <p:cNvPr id="8" name="object 8"/>
          <p:cNvGrpSpPr/>
          <p:nvPr/>
        </p:nvGrpSpPr>
        <p:grpSpPr>
          <a:xfrm>
            <a:off x="1020697" y="5302568"/>
            <a:ext cx="133350" cy="2228850"/>
            <a:chOff x="1020697" y="5302568"/>
            <a:chExt cx="133350" cy="22288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0697" y="5302568"/>
              <a:ext cx="133350" cy="1333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0697" y="7398068"/>
              <a:ext cx="133350" cy="1333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88897" y="3997802"/>
            <a:ext cx="16449040" cy="52622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1840864" algn="just">
              <a:lnSpc>
                <a:spcPct val="101099"/>
              </a:lnSpc>
              <a:spcBef>
                <a:spcPts val="75"/>
              </a:spcBef>
            </a:pPr>
            <a:r>
              <a:rPr sz="3400" b="1" spc="-10" dirty="0">
                <a:latin typeface="Trebuchet MS"/>
                <a:cs typeface="Trebuchet MS"/>
              </a:rPr>
              <a:t>The</a:t>
            </a:r>
            <a:r>
              <a:rPr sz="3400" b="1" spc="-225" dirty="0">
                <a:latin typeface="Trebuchet MS"/>
                <a:cs typeface="Trebuchet MS"/>
              </a:rPr>
              <a:t> </a:t>
            </a:r>
            <a:r>
              <a:rPr sz="3400" b="1" spc="125" dirty="0">
                <a:latin typeface="Trebuchet MS"/>
                <a:cs typeface="Trebuchet MS"/>
              </a:rPr>
              <a:t>AI/ML</a:t>
            </a:r>
            <a:r>
              <a:rPr sz="3400" b="1" spc="-220" dirty="0">
                <a:latin typeface="Trebuchet MS"/>
                <a:cs typeface="Trebuchet MS"/>
              </a:rPr>
              <a:t> </a:t>
            </a:r>
            <a:r>
              <a:rPr sz="3400" b="1" spc="120" dirty="0">
                <a:latin typeface="Trebuchet MS"/>
                <a:cs typeface="Trebuchet MS"/>
              </a:rPr>
              <a:t>domain</a:t>
            </a:r>
            <a:r>
              <a:rPr sz="3400" b="1" spc="-220" dirty="0">
                <a:latin typeface="Trebuchet MS"/>
                <a:cs typeface="Trebuchet MS"/>
              </a:rPr>
              <a:t> </a:t>
            </a:r>
            <a:r>
              <a:rPr sz="3400" b="1" spc="140" dirty="0">
                <a:latin typeface="Trebuchet MS"/>
                <a:cs typeface="Trebuchet MS"/>
              </a:rPr>
              <a:t>is</a:t>
            </a:r>
            <a:r>
              <a:rPr sz="3400" b="1" spc="-220" dirty="0">
                <a:latin typeface="Trebuchet MS"/>
                <a:cs typeface="Trebuchet MS"/>
              </a:rPr>
              <a:t> </a:t>
            </a:r>
            <a:r>
              <a:rPr sz="3400" b="1" dirty="0">
                <a:latin typeface="Trebuchet MS"/>
                <a:cs typeface="Trebuchet MS"/>
              </a:rPr>
              <a:t>built</a:t>
            </a:r>
            <a:r>
              <a:rPr sz="3400" b="1" spc="-220" dirty="0">
                <a:latin typeface="Trebuchet MS"/>
                <a:cs typeface="Trebuchet MS"/>
              </a:rPr>
              <a:t> </a:t>
            </a:r>
            <a:r>
              <a:rPr sz="3400" b="1" spc="125" dirty="0">
                <a:latin typeface="Trebuchet MS"/>
                <a:cs typeface="Trebuchet MS"/>
              </a:rPr>
              <a:t>on</a:t>
            </a:r>
            <a:r>
              <a:rPr sz="3400" b="1" spc="-220" dirty="0">
                <a:latin typeface="Trebuchet MS"/>
                <a:cs typeface="Trebuchet MS"/>
              </a:rPr>
              <a:t> </a:t>
            </a:r>
            <a:r>
              <a:rPr sz="3400" b="1" spc="75" dirty="0">
                <a:latin typeface="Trebuchet MS"/>
                <a:cs typeface="Trebuchet MS"/>
              </a:rPr>
              <a:t>several</a:t>
            </a:r>
            <a:r>
              <a:rPr sz="3400" b="1" spc="-220" dirty="0">
                <a:latin typeface="Trebuchet MS"/>
                <a:cs typeface="Trebuchet MS"/>
              </a:rPr>
              <a:t> </a:t>
            </a:r>
            <a:r>
              <a:rPr sz="3400" b="1" spc="60" dirty="0">
                <a:latin typeface="Trebuchet MS"/>
                <a:cs typeface="Trebuchet MS"/>
              </a:rPr>
              <a:t>interconnected</a:t>
            </a:r>
            <a:r>
              <a:rPr sz="3400" b="1" spc="-220" dirty="0">
                <a:latin typeface="Trebuchet MS"/>
                <a:cs typeface="Trebuchet MS"/>
              </a:rPr>
              <a:t> </a:t>
            </a:r>
            <a:r>
              <a:rPr sz="3400" b="1" spc="100" dirty="0">
                <a:latin typeface="Trebuchet MS"/>
                <a:cs typeface="Trebuchet MS"/>
              </a:rPr>
              <a:t>technologies</a:t>
            </a:r>
            <a:r>
              <a:rPr sz="3400" b="1" spc="-220" dirty="0">
                <a:latin typeface="Trebuchet MS"/>
                <a:cs typeface="Trebuchet MS"/>
              </a:rPr>
              <a:t> </a:t>
            </a:r>
            <a:r>
              <a:rPr sz="3400" b="1" spc="125" dirty="0">
                <a:latin typeface="Trebuchet MS"/>
                <a:cs typeface="Trebuchet MS"/>
              </a:rPr>
              <a:t>and </a:t>
            </a:r>
            <a:r>
              <a:rPr sz="3400" b="1" spc="70" dirty="0">
                <a:latin typeface="Trebuchet MS"/>
                <a:cs typeface="Trebuchet MS"/>
              </a:rPr>
              <a:t>concepts:</a:t>
            </a:r>
            <a:endParaRPr sz="3400">
              <a:latin typeface="Trebuchet MS"/>
              <a:cs typeface="Trebuchet MS"/>
            </a:endParaRPr>
          </a:p>
          <a:p>
            <a:pPr marL="751205" marR="586105" algn="just">
              <a:lnSpc>
                <a:spcPct val="101099"/>
              </a:lnSpc>
            </a:pPr>
            <a:r>
              <a:rPr sz="3400" b="1" spc="155" dirty="0">
                <a:latin typeface="Trebuchet MS"/>
                <a:cs typeface="Trebuchet MS"/>
              </a:rPr>
              <a:t>Machine</a:t>
            </a:r>
            <a:r>
              <a:rPr sz="3400" b="1" spc="-160" dirty="0">
                <a:latin typeface="Trebuchet MS"/>
                <a:cs typeface="Trebuchet MS"/>
              </a:rPr>
              <a:t> </a:t>
            </a:r>
            <a:r>
              <a:rPr sz="3400" b="1" spc="60" dirty="0">
                <a:latin typeface="Trebuchet MS"/>
                <a:cs typeface="Trebuchet MS"/>
              </a:rPr>
              <a:t>Learning</a:t>
            </a:r>
            <a:r>
              <a:rPr sz="3400" b="1" spc="-155" dirty="0">
                <a:latin typeface="Trebuchet MS"/>
                <a:cs typeface="Trebuchet MS"/>
              </a:rPr>
              <a:t> </a:t>
            </a:r>
            <a:r>
              <a:rPr sz="3400" b="1" spc="80" dirty="0">
                <a:latin typeface="Trebuchet MS"/>
                <a:cs typeface="Trebuchet MS"/>
              </a:rPr>
              <a:t>(ML):</a:t>
            </a:r>
            <a:r>
              <a:rPr sz="3400" spc="80" dirty="0">
                <a:latin typeface="Trebuchet MS"/>
                <a:cs typeface="Trebuchet MS"/>
              </a:rPr>
              <a:t>ľhe</a:t>
            </a:r>
            <a:r>
              <a:rPr sz="3400" spc="-4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foundational</a:t>
            </a:r>
            <a:r>
              <a:rPr sz="3400" spc="-4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technique</a:t>
            </a:r>
            <a:r>
              <a:rPr sz="3400" spc="-45" dirty="0">
                <a:latin typeface="Trebuchet MS"/>
                <a:cs typeface="Trebuchet MS"/>
              </a:rPr>
              <a:t> </a:t>
            </a:r>
            <a:r>
              <a:rPr sz="3400" spc="50" dirty="0">
                <a:latin typeface="Trebuchet MS"/>
                <a:cs typeface="Trebuchet MS"/>
              </a:rPr>
              <a:t>where</a:t>
            </a:r>
            <a:r>
              <a:rPr sz="3400" spc="-45" dirty="0">
                <a:latin typeface="Trebuchet MS"/>
                <a:cs typeface="Trebuchet MS"/>
              </a:rPr>
              <a:t> </a:t>
            </a:r>
            <a:r>
              <a:rPr sz="3400" spc="55" dirty="0">
                <a:latin typeface="Trebuchet MS"/>
                <a:cs typeface="Trebuchet MS"/>
              </a:rPr>
              <a:t>algorithms</a:t>
            </a:r>
            <a:r>
              <a:rPr sz="3400" spc="-45" dirty="0">
                <a:latin typeface="Trebuchet MS"/>
                <a:cs typeface="Trebuchet MS"/>
              </a:rPr>
              <a:t> </a:t>
            </a:r>
            <a:r>
              <a:rPr sz="3400" spc="-20" dirty="0">
                <a:latin typeface="Trebuchet MS"/>
                <a:cs typeface="Trebuchet MS"/>
              </a:rPr>
              <a:t>learn </a:t>
            </a:r>
            <a:r>
              <a:rPr sz="3400" spc="50" dirty="0">
                <a:latin typeface="Trebuchet MS"/>
                <a:cs typeface="Trebuchet MS"/>
              </a:rPr>
              <a:t>from</a:t>
            </a:r>
            <a:r>
              <a:rPr sz="3400" spc="-10" dirty="0">
                <a:latin typeface="Trebuchet MS"/>
                <a:cs typeface="Trebuchet MS"/>
              </a:rPr>
              <a:t> </a:t>
            </a:r>
            <a:r>
              <a:rPr sz="3400" spc="-120" dirty="0">
                <a:latin typeface="Trebuchet MS"/>
                <a:cs typeface="Trebuchet MS"/>
              </a:rPr>
              <a:t>data.</a:t>
            </a:r>
            <a:r>
              <a:rPr sz="3400" dirty="0">
                <a:latin typeface="Trebuchet MS"/>
                <a:cs typeface="Trebuchet MS"/>
              </a:rPr>
              <a:t> </a:t>
            </a:r>
            <a:r>
              <a:rPr sz="3400" spc="70" dirty="0">
                <a:latin typeface="Trebuchet MS"/>
                <a:cs typeface="Trebuchet MS"/>
              </a:rPr>
              <a:t>Includes</a:t>
            </a:r>
            <a:r>
              <a:rPr sz="3400" dirty="0">
                <a:latin typeface="Trebuchet MS"/>
                <a:cs typeface="Trebuchet MS"/>
              </a:rPr>
              <a:t> supervised,</a:t>
            </a:r>
            <a:r>
              <a:rPr sz="3400" spc="-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unsupervised, </a:t>
            </a:r>
            <a:r>
              <a:rPr sz="3400" spc="95" dirty="0">
                <a:latin typeface="Trebuchet MS"/>
                <a:cs typeface="Trebuchet MS"/>
              </a:rPr>
              <a:t>and</a:t>
            </a:r>
            <a:r>
              <a:rPr sz="3400" dirty="0">
                <a:latin typeface="Trebuchet MS"/>
                <a:cs typeface="Trebuchet MS"/>
              </a:rPr>
              <a:t> reinforcement</a:t>
            </a:r>
            <a:r>
              <a:rPr sz="3400" spc="-5" dirty="0">
                <a:latin typeface="Trebuchet MS"/>
                <a:cs typeface="Trebuchet MS"/>
              </a:rPr>
              <a:t> </a:t>
            </a:r>
            <a:r>
              <a:rPr sz="3400" spc="-45" dirty="0">
                <a:latin typeface="Trebuchet MS"/>
                <a:cs typeface="Trebuchet MS"/>
              </a:rPr>
              <a:t>learning.</a:t>
            </a:r>
            <a:r>
              <a:rPr sz="3400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It </a:t>
            </a:r>
            <a:r>
              <a:rPr sz="3400" spc="80" dirty="0">
                <a:latin typeface="Trebuchet MS"/>
                <a:cs typeface="Trebuchet MS"/>
              </a:rPr>
              <a:t>enables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204" dirty="0">
                <a:latin typeface="Trebuchet MS"/>
                <a:cs typeface="Trebuchet MS"/>
              </a:rPr>
              <a:t>systems</a:t>
            </a:r>
            <a:r>
              <a:rPr sz="3400" spc="-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to</a:t>
            </a:r>
            <a:r>
              <a:rPr sz="3400" spc="-110" dirty="0">
                <a:latin typeface="Trebuchet MS"/>
                <a:cs typeface="Trebuchet MS"/>
              </a:rPr>
              <a:t> </a:t>
            </a:r>
            <a:r>
              <a:rPr sz="3400" spc="65" dirty="0">
                <a:latin typeface="Trebuchet MS"/>
                <a:cs typeface="Trebuchet MS"/>
              </a:rPr>
              <a:t>make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45" dirty="0">
                <a:latin typeface="Trebuchet MS"/>
                <a:cs typeface="Trebuchet MS"/>
              </a:rPr>
              <a:t>predictions</a:t>
            </a:r>
            <a:r>
              <a:rPr sz="3400" spc="-110" dirty="0">
                <a:latin typeface="Trebuchet MS"/>
                <a:cs typeface="Trebuchet MS"/>
              </a:rPr>
              <a:t> </a:t>
            </a:r>
            <a:r>
              <a:rPr sz="3400" spc="80" dirty="0">
                <a:latin typeface="Trebuchet MS"/>
                <a:cs typeface="Trebuchet MS"/>
              </a:rPr>
              <a:t>or</a:t>
            </a:r>
            <a:r>
              <a:rPr sz="3400" spc="-110" dirty="0">
                <a:latin typeface="Trebuchet MS"/>
                <a:cs typeface="Trebuchet MS"/>
              </a:rPr>
              <a:t> </a:t>
            </a:r>
            <a:r>
              <a:rPr sz="3400" spc="110" dirty="0">
                <a:latin typeface="Trebuchet MS"/>
                <a:cs typeface="Trebuchet MS"/>
              </a:rPr>
              <a:t>decisions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185" dirty="0">
                <a:latin typeface="Trebuchet MS"/>
                <a:cs typeface="Trebuchet MS"/>
              </a:rPr>
              <a:t>by</a:t>
            </a:r>
            <a:r>
              <a:rPr sz="3400" spc="-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identifying</a:t>
            </a:r>
            <a:r>
              <a:rPr sz="3400" spc="-110" dirty="0">
                <a:latin typeface="Trebuchet MS"/>
                <a:cs typeface="Trebuchet MS"/>
              </a:rPr>
              <a:t> </a:t>
            </a:r>
            <a:r>
              <a:rPr sz="3400" spc="55" dirty="0">
                <a:latin typeface="Trebuchet MS"/>
                <a:cs typeface="Trebuchet MS"/>
              </a:rPr>
              <a:t>patterns</a:t>
            </a:r>
            <a:r>
              <a:rPr sz="3400" spc="-110" dirty="0">
                <a:latin typeface="Trebuchet MS"/>
                <a:cs typeface="Trebuchet MS"/>
              </a:rPr>
              <a:t> </a:t>
            </a:r>
            <a:r>
              <a:rPr sz="3400" spc="-25" dirty="0">
                <a:latin typeface="Trebuchet MS"/>
                <a:cs typeface="Trebuchet MS"/>
              </a:rPr>
              <a:t>in </a:t>
            </a:r>
            <a:r>
              <a:rPr sz="3400" spc="-10" dirty="0">
                <a:latin typeface="Trebuchet MS"/>
                <a:cs typeface="Trebuchet MS"/>
              </a:rPr>
              <a:t>data.</a:t>
            </a:r>
            <a:endParaRPr sz="3400">
              <a:latin typeface="Trebuchet MS"/>
              <a:cs typeface="Trebuchet MS"/>
            </a:endParaRPr>
          </a:p>
          <a:p>
            <a:pPr marL="751205" marR="5080">
              <a:lnSpc>
                <a:spcPct val="101099"/>
              </a:lnSpc>
              <a:spcBef>
                <a:spcPts val="5"/>
              </a:spcBef>
            </a:pPr>
            <a:r>
              <a:rPr sz="3400" b="1" spc="95" dirty="0">
                <a:latin typeface="Trebuchet MS"/>
                <a:cs typeface="Trebuchet MS"/>
              </a:rPr>
              <a:t>Deep</a:t>
            </a:r>
            <a:r>
              <a:rPr sz="3400" b="1" spc="-204" dirty="0">
                <a:latin typeface="Trebuchet MS"/>
                <a:cs typeface="Trebuchet MS"/>
              </a:rPr>
              <a:t> </a:t>
            </a:r>
            <a:r>
              <a:rPr sz="3400" b="1" spc="60" dirty="0">
                <a:latin typeface="Trebuchet MS"/>
                <a:cs typeface="Trebuchet MS"/>
              </a:rPr>
              <a:t>Learning</a:t>
            </a:r>
            <a:r>
              <a:rPr sz="3400" b="1" spc="-200" dirty="0">
                <a:latin typeface="Trebuchet MS"/>
                <a:cs typeface="Trebuchet MS"/>
              </a:rPr>
              <a:t> </a:t>
            </a:r>
            <a:r>
              <a:rPr sz="3400" b="1" spc="-70" dirty="0">
                <a:latin typeface="Trebuchet MS"/>
                <a:cs typeface="Trebuchet MS"/>
              </a:rPr>
              <a:t>(DL):</a:t>
            </a:r>
            <a:r>
              <a:rPr sz="3400" spc="-70" dirty="0">
                <a:latin typeface="Trebuchet MS"/>
                <a:cs typeface="Trebuchet MS"/>
              </a:rPr>
              <a:t>An</a:t>
            </a:r>
            <a:r>
              <a:rPr sz="3400" spc="-95" dirty="0">
                <a:latin typeface="Trebuchet MS"/>
                <a:cs typeface="Trebuchet MS"/>
              </a:rPr>
              <a:t> </a:t>
            </a:r>
            <a:r>
              <a:rPr sz="3400" spc="90" dirty="0">
                <a:latin typeface="Trebuchet MS"/>
                <a:cs typeface="Trebuchet MS"/>
              </a:rPr>
              <a:t>advanced</a:t>
            </a:r>
            <a:r>
              <a:rPr sz="3400" spc="-100" dirty="0">
                <a:latin typeface="Trebuchet MS"/>
                <a:cs typeface="Trebuchet MS"/>
              </a:rPr>
              <a:t> </a:t>
            </a:r>
            <a:r>
              <a:rPr sz="3400" spc="650" dirty="0">
                <a:latin typeface="Trebuchet MS"/>
                <a:cs typeface="Trebuchet MS"/>
              </a:rPr>
              <a:t>MĮ</a:t>
            </a:r>
            <a:r>
              <a:rPr sz="3400" spc="-9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technique</a:t>
            </a:r>
            <a:r>
              <a:rPr sz="3400" spc="-95" dirty="0">
                <a:latin typeface="Trebuchet MS"/>
                <a:cs typeface="Trebuchet MS"/>
              </a:rPr>
              <a:t> </a:t>
            </a:r>
            <a:r>
              <a:rPr sz="3400" spc="-45" dirty="0">
                <a:latin typeface="Trebuchet MS"/>
                <a:cs typeface="Trebuchet MS"/>
              </a:rPr>
              <a:t>utilizing</a:t>
            </a:r>
            <a:r>
              <a:rPr sz="3400" spc="-95" dirty="0">
                <a:latin typeface="Trebuchet MS"/>
                <a:cs typeface="Trebuchet MS"/>
              </a:rPr>
              <a:t> </a:t>
            </a:r>
            <a:r>
              <a:rPr sz="3400" spc="95" dirty="0">
                <a:latin typeface="Trebuchet MS"/>
                <a:cs typeface="Trebuchet MS"/>
              </a:rPr>
              <a:t>Deep</a:t>
            </a:r>
            <a:r>
              <a:rPr sz="3400" spc="-10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Neural</a:t>
            </a:r>
            <a:r>
              <a:rPr sz="3400" spc="-95" dirty="0">
                <a:latin typeface="Trebuchet MS"/>
                <a:cs typeface="Trebuchet MS"/>
              </a:rPr>
              <a:t> </a:t>
            </a:r>
            <a:r>
              <a:rPr sz="3400" spc="105" dirty="0">
                <a:latin typeface="Trebuchet MS"/>
                <a:cs typeface="Trebuchet MS"/>
              </a:rPr>
              <a:t>Networks </a:t>
            </a:r>
            <a:r>
              <a:rPr sz="3400" spc="70" dirty="0">
                <a:latin typeface="Trebuchet MS"/>
                <a:cs typeface="Trebuchet MS"/>
              </a:rPr>
              <a:t>(DNNs)</a:t>
            </a:r>
            <a:r>
              <a:rPr sz="3400" spc="-11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with</a:t>
            </a:r>
            <a:r>
              <a:rPr sz="3400" spc="-105" dirty="0">
                <a:latin typeface="Trebuchet MS"/>
                <a:cs typeface="Trebuchet MS"/>
              </a:rPr>
              <a:t> </a:t>
            </a:r>
            <a:r>
              <a:rPr sz="3400" spc="-35" dirty="0">
                <a:latin typeface="Trebuchet MS"/>
                <a:cs typeface="Trebuchet MS"/>
              </a:rPr>
              <a:t>multiple</a:t>
            </a:r>
            <a:r>
              <a:rPr sz="3400" spc="-105" dirty="0">
                <a:latin typeface="Trebuchet MS"/>
                <a:cs typeface="Trebuchet MS"/>
              </a:rPr>
              <a:t> </a:t>
            </a:r>
            <a:r>
              <a:rPr sz="3400" spc="-35" dirty="0">
                <a:latin typeface="Trebuchet MS"/>
                <a:cs typeface="Trebuchet MS"/>
              </a:rPr>
              <a:t>layers,</a:t>
            </a:r>
            <a:r>
              <a:rPr sz="3400" spc="-10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inspired</a:t>
            </a:r>
            <a:r>
              <a:rPr sz="3400" spc="-110" dirty="0">
                <a:latin typeface="Trebuchet MS"/>
                <a:cs typeface="Trebuchet MS"/>
              </a:rPr>
              <a:t> </a:t>
            </a:r>
            <a:r>
              <a:rPr sz="3400" spc="185" dirty="0">
                <a:latin typeface="Trebuchet MS"/>
                <a:cs typeface="Trebuchet MS"/>
              </a:rPr>
              <a:t>by</a:t>
            </a:r>
            <a:r>
              <a:rPr sz="3400" spc="-10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the</a:t>
            </a:r>
            <a:r>
              <a:rPr sz="3400" spc="-105" dirty="0">
                <a:latin typeface="Trebuchet MS"/>
                <a:cs typeface="Trebuchet MS"/>
              </a:rPr>
              <a:t> </a:t>
            </a:r>
            <a:r>
              <a:rPr sz="3400" spc="95" dirty="0">
                <a:latin typeface="Trebuchet MS"/>
                <a:cs typeface="Trebuchet MS"/>
              </a:rPr>
              <a:t>human</a:t>
            </a:r>
            <a:r>
              <a:rPr sz="3400" spc="-105" dirty="0">
                <a:latin typeface="Trebuchet MS"/>
                <a:cs typeface="Trebuchet MS"/>
              </a:rPr>
              <a:t> </a:t>
            </a:r>
            <a:r>
              <a:rPr sz="3400" spc="-110" dirty="0">
                <a:latin typeface="Trebuchet MS"/>
                <a:cs typeface="Trebuchet MS"/>
              </a:rPr>
              <a:t>brain. </a:t>
            </a:r>
            <a:r>
              <a:rPr sz="3400" dirty="0">
                <a:latin typeface="Trebuchet MS"/>
                <a:cs typeface="Trebuchet MS"/>
              </a:rPr>
              <a:t>Crucial</a:t>
            </a:r>
            <a:r>
              <a:rPr sz="3400" spc="-10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for</a:t>
            </a:r>
            <a:r>
              <a:rPr sz="3400" spc="-105" dirty="0">
                <a:latin typeface="Trebuchet MS"/>
                <a:cs typeface="Trebuchet MS"/>
              </a:rPr>
              <a:t> </a:t>
            </a:r>
            <a:r>
              <a:rPr sz="3400" spc="130" dirty="0">
                <a:latin typeface="Trebuchet MS"/>
                <a:cs typeface="Trebuchet MS"/>
              </a:rPr>
              <a:t>processing </a:t>
            </a:r>
            <a:r>
              <a:rPr sz="3400" spc="-40" dirty="0">
                <a:latin typeface="Trebuchet MS"/>
                <a:cs typeface="Trebuchet MS"/>
              </a:rPr>
              <a:t>complex,</a:t>
            </a:r>
            <a:r>
              <a:rPr sz="3400" spc="-90" dirty="0">
                <a:latin typeface="Trebuchet MS"/>
                <a:cs typeface="Trebuchet MS"/>
              </a:rPr>
              <a:t> </a:t>
            </a:r>
            <a:r>
              <a:rPr sz="3400" spc="55" dirty="0">
                <a:latin typeface="Trebuchet MS"/>
                <a:cs typeface="Trebuchet MS"/>
              </a:rPr>
              <a:t>unstructured</a:t>
            </a:r>
            <a:r>
              <a:rPr sz="3400" spc="-9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data</a:t>
            </a:r>
            <a:r>
              <a:rPr sz="3400" spc="-85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in</a:t>
            </a:r>
            <a:r>
              <a:rPr sz="3400" spc="-90" dirty="0">
                <a:latin typeface="Trebuchet MS"/>
                <a:cs typeface="Trebuchet MS"/>
              </a:rPr>
              <a:t> </a:t>
            </a:r>
            <a:r>
              <a:rPr sz="3400" spc="160" dirty="0">
                <a:latin typeface="Trebuchet MS"/>
                <a:cs typeface="Trebuchet MS"/>
              </a:rPr>
              <a:t>tasks</a:t>
            </a:r>
            <a:r>
              <a:rPr sz="3400" spc="-90" dirty="0">
                <a:latin typeface="Trebuchet MS"/>
                <a:cs typeface="Trebuchet MS"/>
              </a:rPr>
              <a:t> </a:t>
            </a:r>
            <a:r>
              <a:rPr sz="3400" spc="-75" dirty="0">
                <a:latin typeface="Trebuchet MS"/>
                <a:cs typeface="Trebuchet MS"/>
              </a:rPr>
              <a:t>like</a:t>
            </a:r>
            <a:r>
              <a:rPr sz="3400" spc="-85" dirty="0">
                <a:latin typeface="Trebuchet MS"/>
                <a:cs typeface="Trebuchet MS"/>
              </a:rPr>
              <a:t> </a:t>
            </a:r>
            <a:r>
              <a:rPr sz="3400" spc="50" dirty="0">
                <a:latin typeface="Trebuchet MS"/>
                <a:cs typeface="Trebuchet MS"/>
              </a:rPr>
              <a:t>image</a:t>
            </a:r>
            <a:r>
              <a:rPr sz="3400" spc="-90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recognition</a:t>
            </a:r>
            <a:r>
              <a:rPr sz="3400" spc="-90" dirty="0">
                <a:latin typeface="Trebuchet MS"/>
                <a:cs typeface="Trebuchet MS"/>
              </a:rPr>
              <a:t> </a:t>
            </a:r>
            <a:r>
              <a:rPr sz="3400" spc="95" dirty="0">
                <a:latin typeface="Trebuchet MS"/>
                <a:cs typeface="Trebuchet MS"/>
              </a:rPr>
              <a:t>and</a:t>
            </a:r>
            <a:r>
              <a:rPr sz="3400" spc="-85" dirty="0">
                <a:latin typeface="Trebuchet MS"/>
                <a:cs typeface="Trebuchet MS"/>
              </a:rPr>
              <a:t> </a:t>
            </a:r>
            <a:r>
              <a:rPr sz="3400" spc="80" dirty="0">
                <a:latin typeface="Trebuchet MS"/>
                <a:cs typeface="Trebuchet MS"/>
              </a:rPr>
              <a:t>advanced </a:t>
            </a:r>
            <a:r>
              <a:rPr sz="3400" spc="70" dirty="0">
                <a:latin typeface="Trebuchet MS"/>
                <a:cs typeface="Trebuchet MS"/>
              </a:rPr>
              <a:t>language</a:t>
            </a:r>
            <a:r>
              <a:rPr sz="3400" spc="-120" dirty="0">
                <a:latin typeface="Trebuchet MS"/>
                <a:cs typeface="Trebuchet MS"/>
              </a:rPr>
              <a:t> </a:t>
            </a:r>
            <a:r>
              <a:rPr sz="3400" spc="-10" dirty="0">
                <a:latin typeface="Trebuchet MS"/>
                <a:cs typeface="Trebuchet MS"/>
              </a:rPr>
              <a:t>modeling.</a:t>
            </a:r>
            <a:endParaRPr sz="3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9458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2056" y="627095"/>
            <a:ext cx="17430750" cy="9032875"/>
            <a:chOff x="422056" y="627095"/>
            <a:chExt cx="17430750" cy="9032875"/>
          </a:xfrm>
        </p:grpSpPr>
        <p:sp>
          <p:nvSpPr>
            <p:cNvPr id="4" name="object 4"/>
            <p:cNvSpPr/>
            <p:nvPr/>
          </p:nvSpPr>
          <p:spPr>
            <a:xfrm>
              <a:off x="422056" y="627095"/>
              <a:ext cx="17430750" cy="9032875"/>
            </a:xfrm>
            <a:custGeom>
              <a:avLst/>
              <a:gdLst/>
              <a:ahLst/>
              <a:cxnLst/>
              <a:rect l="l" t="t" r="r" b="b"/>
              <a:pathLst>
                <a:path w="17430750" h="9032875">
                  <a:moveTo>
                    <a:pt x="16958111" y="9032809"/>
                  </a:moveTo>
                  <a:lnTo>
                    <a:pt x="485775" y="9032809"/>
                  </a:lnTo>
                  <a:lnTo>
                    <a:pt x="437762" y="9030432"/>
                  </a:lnTo>
                  <a:lnTo>
                    <a:pt x="390562" y="9023389"/>
                  </a:lnTo>
                  <a:lnTo>
                    <a:pt x="344494" y="9011812"/>
                  </a:lnTo>
                  <a:lnTo>
                    <a:pt x="299876" y="8995832"/>
                  </a:lnTo>
                  <a:lnTo>
                    <a:pt x="257028" y="8975582"/>
                  </a:lnTo>
                  <a:lnTo>
                    <a:pt x="216266" y="8951193"/>
                  </a:lnTo>
                  <a:lnTo>
                    <a:pt x="177911" y="8922798"/>
                  </a:lnTo>
                  <a:lnTo>
                    <a:pt x="142280" y="8890529"/>
                  </a:lnTo>
                  <a:lnTo>
                    <a:pt x="110010" y="8854898"/>
                  </a:lnTo>
                  <a:lnTo>
                    <a:pt x="81615" y="8816542"/>
                  </a:lnTo>
                  <a:lnTo>
                    <a:pt x="57227" y="8775781"/>
                  </a:lnTo>
                  <a:lnTo>
                    <a:pt x="36977" y="8732932"/>
                  </a:lnTo>
                  <a:lnTo>
                    <a:pt x="20997" y="8688315"/>
                  </a:lnTo>
                  <a:lnTo>
                    <a:pt x="9420" y="8642247"/>
                  </a:lnTo>
                  <a:lnTo>
                    <a:pt x="2377" y="8595048"/>
                  </a:lnTo>
                  <a:lnTo>
                    <a:pt x="0" y="8547035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16958111" y="0"/>
                  </a:lnTo>
                  <a:lnTo>
                    <a:pt x="17006124" y="2377"/>
                  </a:lnTo>
                  <a:lnTo>
                    <a:pt x="17053324" y="9420"/>
                  </a:lnTo>
                  <a:lnTo>
                    <a:pt x="17099392" y="20997"/>
                  </a:lnTo>
                  <a:lnTo>
                    <a:pt x="17144010" y="36977"/>
                  </a:lnTo>
                  <a:lnTo>
                    <a:pt x="17186858" y="57227"/>
                  </a:lnTo>
                  <a:lnTo>
                    <a:pt x="17227620" y="81615"/>
                  </a:lnTo>
                  <a:lnTo>
                    <a:pt x="17265975" y="110010"/>
                  </a:lnTo>
                  <a:lnTo>
                    <a:pt x="17301606" y="142280"/>
                  </a:lnTo>
                  <a:lnTo>
                    <a:pt x="17333876" y="177911"/>
                  </a:lnTo>
                  <a:lnTo>
                    <a:pt x="17362271" y="216266"/>
                  </a:lnTo>
                  <a:lnTo>
                    <a:pt x="17386659" y="257028"/>
                  </a:lnTo>
                  <a:lnTo>
                    <a:pt x="17406909" y="299876"/>
                  </a:lnTo>
                  <a:lnTo>
                    <a:pt x="17422889" y="344494"/>
                  </a:lnTo>
                  <a:lnTo>
                    <a:pt x="17430499" y="374777"/>
                  </a:lnTo>
                  <a:lnTo>
                    <a:pt x="17430499" y="8658032"/>
                  </a:lnTo>
                  <a:lnTo>
                    <a:pt x="17406909" y="8732932"/>
                  </a:lnTo>
                  <a:lnTo>
                    <a:pt x="17386659" y="8775781"/>
                  </a:lnTo>
                  <a:lnTo>
                    <a:pt x="17362271" y="8816542"/>
                  </a:lnTo>
                  <a:lnTo>
                    <a:pt x="17333876" y="8854898"/>
                  </a:lnTo>
                  <a:lnTo>
                    <a:pt x="17301606" y="8890529"/>
                  </a:lnTo>
                  <a:lnTo>
                    <a:pt x="17265975" y="8922798"/>
                  </a:lnTo>
                  <a:lnTo>
                    <a:pt x="17227620" y="8951193"/>
                  </a:lnTo>
                  <a:lnTo>
                    <a:pt x="17186858" y="8975582"/>
                  </a:lnTo>
                  <a:lnTo>
                    <a:pt x="17144010" y="8995832"/>
                  </a:lnTo>
                  <a:lnTo>
                    <a:pt x="17099392" y="9011812"/>
                  </a:lnTo>
                  <a:lnTo>
                    <a:pt x="17053324" y="9023389"/>
                  </a:lnTo>
                  <a:lnTo>
                    <a:pt x="17006124" y="9030432"/>
                  </a:lnTo>
                  <a:lnTo>
                    <a:pt x="16958111" y="90328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8781" y="1525619"/>
              <a:ext cx="142874" cy="14287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18994" y="1184249"/>
            <a:ext cx="16419194" cy="2540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16199"/>
              </a:lnSpc>
              <a:spcBef>
                <a:spcPts val="95"/>
              </a:spcBef>
            </a:pPr>
            <a:r>
              <a:rPr sz="3550" spc="85" dirty="0"/>
              <a:t>Natural</a:t>
            </a:r>
            <a:r>
              <a:rPr sz="3550" spc="-245" dirty="0"/>
              <a:t> </a:t>
            </a:r>
            <a:r>
              <a:rPr sz="3550" spc="114" dirty="0"/>
              <a:t>Language</a:t>
            </a:r>
            <a:r>
              <a:rPr sz="3550" spc="-240" dirty="0"/>
              <a:t> </a:t>
            </a:r>
            <a:r>
              <a:rPr sz="3550" spc="160" dirty="0"/>
              <a:t>Processing</a:t>
            </a:r>
            <a:r>
              <a:rPr sz="3550" spc="-240" dirty="0"/>
              <a:t> </a:t>
            </a:r>
            <a:r>
              <a:rPr sz="3550" spc="-90" dirty="0"/>
              <a:t>(NLP):</a:t>
            </a:r>
            <a:r>
              <a:rPr sz="3550" spc="-240" dirty="0"/>
              <a:t> </a:t>
            </a:r>
            <a:r>
              <a:rPr sz="3550" b="0" spc="325" dirty="0">
                <a:latin typeface="Trebuchet MS"/>
                <a:cs typeface="Trebuchet MS"/>
              </a:rPr>
              <a:t>ľhis</a:t>
            </a:r>
            <a:r>
              <a:rPr sz="3550" b="0" spc="-155" dirty="0">
                <a:latin typeface="Trebuchet MS"/>
                <a:cs typeface="Trebuchet MS"/>
              </a:rPr>
              <a:t> </a:t>
            </a:r>
            <a:r>
              <a:rPr sz="3550" b="0" spc="120" dirty="0">
                <a:latin typeface="Trebuchet MS"/>
                <a:cs typeface="Trebuchet MS"/>
              </a:rPr>
              <a:t>technology</a:t>
            </a:r>
            <a:r>
              <a:rPr sz="3550" b="0" spc="-160" dirty="0">
                <a:latin typeface="Trebuchet MS"/>
                <a:cs typeface="Trebuchet MS"/>
              </a:rPr>
              <a:t> </a:t>
            </a:r>
            <a:r>
              <a:rPr sz="3550" b="0" spc="105" dirty="0">
                <a:latin typeface="Trebuchet MS"/>
                <a:cs typeface="Trebuchet MS"/>
              </a:rPr>
              <a:t>enables</a:t>
            </a:r>
            <a:r>
              <a:rPr sz="3550" b="0" spc="-160" dirty="0">
                <a:latin typeface="Trebuchet MS"/>
                <a:cs typeface="Trebuchet MS"/>
              </a:rPr>
              <a:t> </a:t>
            </a:r>
            <a:r>
              <a:rPr sz="3550" b="0" spc="135" dirty="0">
                <a:latin typeface="Trebuchet MS"/>
                <a:cs typeface="Trebuchet MS"/>
              </a:rPr>
              <a:t>computers</a:t>
            </a:r>
            <a:r>
              <a:rPr sz="3550" b="0" spc="-155" dirty="0">
                <a:latin typeface="Trebuchet MS"/>
                <a:cs typeface="Trebuchet MS"/>
              </a:rPr>
              <a:t> </a:t>
            </a:r>
            <a:r>
              <a:rPr sz="3550" b="0" spc="-25" dirty="0">
                <a:latin typeface="Trebuchet MS"/>
                <a:cs typeface="Trebuchet MS"/>
              </a:rPr>
              <a:t>to </a:t>
            </a:r>
            <a:r>
              <a:rPr sz="3550" b="0" dirty="0">
                <a:latin typeface="Trebuchet MS"/>
                <a:cs typeface="Trebuchet MS"/>
              </a:rPr>
              <a:t>understand,</a:t>
            </a:r>
            <a:r>
              <a:rPr sz="3550" b="0" spc="-114" dirty="0">
                <a:latin typeface="Trebuchet MS"/>
                <a:cs typeface="Trebuchet MS"/>
              </a:rPr>
              <a:t> </a:t>
            </a:r>
            <a:r>
              <a:rPr sz="3550" b="0" spc="-65" dirty="0">
                <a:latin typeface="Trebuchet MS"/>
                <a:cs typeface="Trebuchet MS"/>
              </a:rPr>
              <a:t>interpret,</a:t>
            </a:r>
            <a:r>
              <a:rPr sz="3550" b="0" spc="-114" dirty="0">
                <a:latin typeface="Trebuchet MS"/>
                <a:cs typeface="Trebuchet MS"/>
              </a:rPr>
              <a:t> </a:t>
            </a:r>
            <a:r>
              <a:rPr sz="3550" b="0" spc="135" dirty="0">
                <a:latin typeface="Trebuchet MS"/>
                <a:cs typeface="Trebuchet MS"/>
              </a:rPr>
              <a:t>and</a:t>
            </a:r>
            <a:r>
              <a:rPr sz="3550" b="0" spc="-110" dirty="0">
                <a:latin typeface="Trebuchet MS"/>
                <a:cs typeface="Trebuchet MS"/>
              </a:rPr>
              <a:t> </a:t>
            </a:r>
            <a:r>
              <a:rPr sz="3550" b="0" spc="60" dirty="0">
                <a:latin typeface="Trebuchet MS"/>
                <a:cs typeface="Trebuchet MS"/>
              </a:rPr>
              <a:t>generate</a:t>
            </a:r>
            <a:r>
              <a:rPr sz="3550" b="0" spc="-114" dirty="0">
                <a:latin typeface="Trebuchet MS"/>
                <a:cs typeface="Trebuchet MS"/>
              </a:rPr>
              <a:t> </a:t>
            </a:r>
            <a:r>
              <a:rPr sz="3550" b="0" spc="140" dirty="0">
                <a:latin typeface="Trebuchet MS"/>
                <a:cs typeface="Trebuchet MS"/>
              </a:rPr>
              <a:t>human</a:t>
            </a:r>
            <a:r>
              <a:rPr sz="3550" b="0" spc="-114" dirty="0">
                <a:latin typeface="Trebuchet MS"/>
                <a:cs typeface="Trebuchet MS"/>
              </a:rPr>
              <a:t> </a:t>
            </a:r>
            <a:r>
              <a:rPr sz="3550" b="0" dirty="0">
                <a:latin typeface="Trebuchet MS"/>
                <a:cs typeface="Trebuchet MS"/>
              </a:rPr>
              <a:t>language.</a:t>
            </a:r>
            <a:r>
              <a:rPr sz="3550" b="0" spc="-110" dirty="0">
                <a:latin typeface="Trebuchet MS"/>
                <a:cs typeface="Trebuchet MS"/>
              </a:rPr>
              <a:t> </a:t>
            </a:r>
            <a:r>
              <a:rPr sz="3550" b="0" spc="-95" dirty="0">
                <a:latin typeface="Trebuchet MS"/>
                <a:cs typeface="Trebuchet MS"/>
              </a:rPr>
              <a:t>It</a:t>
            </a:r>
            <a:r>
              <a:rPr sz="3550" b="0" spc="-114" dirty="0">
                <a:latin typeface="Trebuchet MS"/>
                <a:cs typeface="Trebuchet MS"/>
              </a:rPr>
              <a:t> </a:t>
            </a:r>
            <a:r>
              <a:rPr sz="3550" b="0" spc="140" dirty="0">
                <a:latin typeface="Trebuchet MS"/>
                <a:cs typeface="Trebuchet MS"/>
              </a:rPr>
              <a:t>is</a:t>
            </a:r>
            <a:r>
              <a:rPr sz="3550" b="0" spc="-114" dirty="0">
                <a:latin typeface="Trebuchet MS"/>
                <a:cs typeface="Trebuchet MS"/>
              </a:rPr>
              <a:t> </a:t>
            </a:r>
            <a:r>
              <a:rPr sz="3550" b="0" dirty="0">
                <a:latin typeface="Trebuchet MS"/>
                <a:cs typeface="Trebuchet MS"/>
              </a:rPr>
              <a:t>the</a:t>
            </a:r>
            <a:r>
              <a:rPr sz="3550" b="0" spc="-110" dirty="0">
                <a:latin typeface="Trebuchet MS"/>
                <a:cs typeface="Trebuchet MS"/>
              </a:rPr>
              <a:t> </a:t>
            </a:r>
            <a:r>
              <a:rPr sz="3550" b="0" spc="110" dirty="0">
                <a:latin typeface="Trebuchet MS"/>
                <a:cs typeface="Trebuchet MS"/>
              </a:rPr>
              <a:t>core</a:t>
            </a:r>
            <a:r>
              <a:rPr sz="3550" b="0" spc="-114" dirty="0">
                <a:latin typeface="Trebuchet MS"/>
                <a:cs typeface="Trebuchet MS"/>
              </a:rPr>
              <a:t> </a:t>
            </a:r>
            <a:r>
              <a:rPr sz="3550" b="0" spc="75" dirty="0">
                <a:latin typeface="Trebuchet MS"/>
                <a:cs typeface="Trebuchet MS"/>
              </a:rPr>
              <a:t>of applications</a:t>
            </a:r>
            <a:r>
              <a:rPr sz="3550" b="0" spc="-170" dirty="0">
                <a:latin typeface="Trebuchet MS"/>
                <a:cs typeface="Trebuchet MS"/>
              </a:rPr>
              <a:t> </a:t>
            </a:r>
            <a:r>
              <a:rPr sz="3550" b="0" spc="-45" dirty="0">
                <a:latin typeface="Trebuchet MS"/>
                <a:cs typeface="Trebuchet MS"/>
              </a:rPr>
              <a:t>like</a:t>
            </a:r>
            <a:r>
              <a:rPr sz="3550" b="0" spc="-165" dirty="0">
                <a:latin typeface="Trebuchet MS"/>
                <a:cs typeface="Trebuchet MS"/>
              </a:rPr>
              <a:t> </a:t>
            </a:r>
            <a:r>
              <a:rPr sz="3550" b="0" dirty="0">
                <a:latin typeface="Trebuchet MS"/>
                <a:cs typeface="Trebuchet MS"/>
              </a:rPr>
              <a:t>virtual</a:t>
            </a:r>
            <a:r>
              <a:rPr sz="3550" b="0" spc="-170" dirty="0">
                <a:latin typeface="Trebuchet MS"/>
                <a:cs typeface="Trebuchet MS"/>
              </a:rPr>
              <a:t> </a:t>
            </a:r>
            <a:r>
              <a:rPr sz="3550" b="0" spc="80" dirty="0">
                <a:latin typeface="Trebuchet MS"/>
                <a:cs typeface="Trebuchet MS"/>
              </a:rPr>
              <a:t>assistants,</a:t>
            </a:r>
            <a:r>
              <a:rPr sz="3550" b="0" spc="-165" dirty="0">
                <a:latin typeface="Trebuchet MS"/>
                <a:cs typeface="Trebuchet MS"/>
              </a:rPr>
              <a:t> </a:t>
            </a:r>
            <a:r>
              <a:rPr sz="3550" b="0" spc="95" dirty="0">
                <a:latin typeface="Trebuchet MS"/>
                <a:cs typeface="Trebuchet MS"/>
              </a:rPr>
              <a:t>language</a:t>
            </a:r>
            <a:r>
              <a:rPr sz="3550" b="0" spc="-165" dirty="0">
                <a:latin typeface="Trebuchet MS"/>
                <a:cs typeface="Trebuchet MS"/>
              </a:rPr>
              <a:t> </a:t>
            </a:r>
            <a:r>
              <a:rPr sz="3550" b="0" spc="50" dirty="0">
                <a:latin typeface="Trebuchet MS"/>
                <a:cs typeface="Trebuchet MS"/>
              </a:rPr>
              <a:t>translation</a:t>
            </a:r>
            <a:r>
              <a:rPr sz="3550" b="0" spc="-170" dirty="0">
                <a:latin typeface="Trebuchet MS"/>
                <a:cs typeface="Trebuchet MS"/>
              </a:rPr>
              <a:t> </a:t>
            </a:r>
            <a:r>
              <a:rPr sz="3550" b="0" spc="-345" dirty="0">
                <a:latin typeface="Trebuchet MS"/>
                <a:cs typeface="Trebuchet MS"/>
              </a:rPr>
              <a:t>(e.g.,</a:t>
            </a:r>
            <a:r>
              <a:rPr sz="3550" b="0" spc="-165" dirty="0">
                <a:latin typeface="Trebuchet MS"/>
                <a:cs typeface="Trebuchet MS"/>
              </a:rPr>
              <a:t> </a:t>
            </a:r>
            <a:r>
              <a:rPr sz="3550" b="0" spc="100" dirty="0">
                <a:latin typeface="Trebuchet MS"/>
                <a:cs typeface="Trebuchet MS"/>
              </a:rPr>
              <a:t>Google</a:t>
            </a:r>
            <a:r>
              <a:rPr sz="3550" b="0" spc="-165" dirty="0">
                <a:latin typeface="Trebuchet MS"/>
                <a:cs typeface="Trebuchet MS"/>
              </a:rPr>
              <a:t> </a:t>
            </a:r>
            <a:r>
              <a:rPr sz="3550" b="0" spc="-10" dirty="0">
                <a:latin typeface="Trebuchet MS"/>
                <a:cs typeface="Trebuchet MS"/>
              </a:rPr>
              <a:t>ľranslate), </a:t>
            </a:r>
            <a:r>
              <a:rPr sz="3550" b="0" spc="135" dirty="0">
                <a:latin typeface="Trebuchet MS"/>
                <a:cs typeface="Trebuchet MS"/>
              </a:rPr>
              <a:t>and</a:t>
            </a:r>
            <a:r>
              <a:rPr sz="3550" b="0" spc="-175" dirty="0">
                <a:latin typeface="Trebuchet MS"/>
                <a:cs typeface="Trebuchet MS"/>
              </a:rPr>
              <a:t> </a:t>
            </a:r>
            <a:r>
              <a:rPr sz="3550" b="0" spc="105" dirty="0">
                <a:latin typeface="Trebuchet MS"/>
                <a:cs typeface="Trebuchet MS"/>
              </a:rPr>
              <a:t>sophisticated</a:t>
            </a:r>
            <a:r>
              <a:rPr sz="3550" b="0" spc="-175" dirty="0">
                <a:latin typeface="Trebuchet MS"/>
                <a:cs typeface="Trebuchet MS"/>
              </a:rPr>
              <a:t> </a:t>
            </a:r>
            <a:r>
              <a:rPr sz="3550" b="0" spc="45" dirty="0">
                <a:latin typeface="Trebuchet MS"/>
                <a:cs typeface="Trebuchet MS"/>
              </a:rPr>
              <a:t>chatbots</a:t>
            </a:r>
            <a:r>
              <a:rPr sz="3550" spc="45" dirty="0"/>
              <a:t>.</a:t>
            </a:r>
            <a:endParaRPr sz="35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69731" y="4030694"/>
            <a:ext cx="133350" cy="1962150"/>
            <a:chOff x="869731" y="4030694"/>
            <a:chExt cx="133350" cy="19621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731" y="4030694"/>
              <a:ext cx="133349" cy="1333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731" y="5859494"/>
              <a:ext cx="133349" cy="1333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14814" y="3696315"/>
            <a:ext cx="16605885" cy="429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13970" algn="ctr">
              <a:lnSpc>
                <a:spcPct val="115900"/>
              </a:lnSpc>
              <a:spcBef>
                <a:spcPts val="100"/>
              </a:spcBef>
            </a:pPr>
            <a:r>
              <a:rPr sz="3450" b="1" spc="100" dirty="0">
                <a:latin typeface="Trebuchet MS"/>
                <a:cs typeface="Trebuchet MS"/>
              </a:rPr>
              <a:t>Computer</a:t>
            </a:r>
            <a:r>
              <a:rPr sz="3450" b="1" spc="-240" dirty="0">
                <a:latin typeface="Trebuchet MS"/>
                <a:cs typeface="Trebuchet MS"/>
              </a:rPr>
              <a:t> </a:t>
            </a:r>
            <a:r>
              <a:rPr sz="3450" b="1" spc="95" dirty="0">
                <a:latin typeface="Trebuchet MS"/>
                <a:cs typeface="Trebuchet MS"/>
              </a:rPr>
              <a:t>Vision</a:t>
            </a:r>
            <a:r>
              <a:rPr sz="3450" b="1" spc="-235" dirty="0">
                <a:latin typeface="Trebuchet MS"/>
                <a:cs typeface="Trebuchet MS"/>
              </a:rPr>
              <a:t> </a:t>
            </a:r>
            <a:r>
              <a:rPr sz="3450" b="1" spc="-120" dirty="0">
                <a:latin typeface="Trebuchet MS"/>
                <a:cs typeface="Trebuchet MS"/>
              </a:rPr>
              <a:t>(CV):</a:t>
            </a:r>
            <a:r>
              <a:rPr sz="3450" b="1" spc="-235" dirty="0">
                <a:latin typeface="Trebuchet MS"/>
                <a:cs typeface="Trebuchet MS"/>
              </a:rPr>
              <a:t> </a:t>
            </a:r>
            <a:r>
              <a:rPr sz="3450" spc="105" dirty="0">
                <a:latin typeface="Trebuchet MS"/>
                <a:cs typeface="Trebuchet MS"/>
              </a:rPr>
              <a:t>Allows</a:t>
            </a:r>
            <a:r>
              <a:rPr sz="3450" spc="-155" dirty="0">
                <a:latin typeface="Trebuchet MS"/>
                <a:cs typeface="Trebuchet MS"/>
              </a:rPr>
              <a:t> </a:t>
            </a:r>
            <a:r>
              <a:rPr sz="3450" spc="130" dirty="0">
                <a:latin typeface="Trebuchet MS"/>
                <a:cs typeface="Trebuchet MS"/>
              </a:rPr>
              <a:t>machines</a:t>
            </a:r>
            <a:r>
              <a:rPr sz="3450" spc="-16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to</a:t>
            </a:r>
            <a:r>
              <a:rPr sz="3450" spc="-155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"</a:t>
            </a:r>
            <a:r>
              <a:rPr sz="3450" spc="-20" dirty="0">
                <a:latin typeface="Trebuchet MS"/>
                <a:cs typeface="Trebuchet MS"/>
              </a:rPr>
              <a:t>s</a:t>
            </a:r>
            <a:r>
              <a:rPr sz="3450" spc="-25" dirty="0">
                <a:latin typeface="Trebuchet MS"/>
                <a:cs typeface="Trebuchet MS"/>
              </a:rPr>
              <a:t>e</a:t>
            </a:r>
            <a:r>
              <a:rPr sz="3450" spc="-40" dirty="0">
                <a:latin typeface="Trebuchet MS"/>
                <a:cs typeface="Trebuchet MS"/>
              </a:rPr>
              <a:t>e</a:t>
            </a:r>
            <a:r>
              <a:rPr sz="3450" spc="-665" dirty="0">
                <a:latin typeface="Trebuchet MS"/>
                <a:cs typeface="Trebuchet MS"/>
              </a:rPr>
              <a:t>,</a:t>
            </a:r>
            <a:r>
              <a:rPr sz="3450" spc="-25" dirty="0">
                <a:latin typeface="Trebuchet MS"/>
                <a:cs typeface="Trebuchet MS"/>
              </a:rPr>
              <a:t>"</a:t>
            </a:r>
            <a:r>
              <a:rPr sz="3450" spc="-155" dirty="0">
                <a:latin typeface="Trebuchet MS"/>
                <a:cs typeface="Trebuchet MS"/>
              </a:rPr>
              <a:t> </a:t>
            </a:r>
            <a:r>
              <a:rPr sz="3450" spc="-70" dirty="0">
                <a:latin typeface="Trebuchet MS"/>
                <a:cs typeface="Trebuchet MS"/>
              </a:rPr>
              <a:t>interpret,</a:t>
            </a:r>
            <a:r>
              <a:rPr sz="3450" spc="-155" dirty="0">
                <a:latin typeface="Trebuchet MS"/>
                <a:cs typeface="Trebuchet MS"/>
              </a:rPr>
              <a:t> </a:t>
            </a:r>
            <a:r>
              <a:rPr sz="3450" spc="130" dirty="0">
                <a:latin typeface="Trebuchet MS"/>
                <a:cs typeface="Trebuchet MS"/>
              </a:rPr>
              <a:t>and</a:t>
            </a:r>
            <a:r>
              <a:rPr sz="3450" spc="-155" dirty="0">
                <a:latin typeface="Trebuchet MS"/>
                <a:cs typeface="Trebuchet MS"/>
              </a:rPr>
              <a:t> </a:t>
            </a:r>
            <a:r>
              <a:rPr sz="3450" spc="95" dirty="0">
                <a:latin typeface="Trebuchet MS"/>
                <a:cs typeface="Trebuchet MS"/>
              </a:rPr>
              <a:t>make</a:t>
            </a:r>
            <a:r>
              <a:rPr sz="3450" spc="-160" dirty="0">
                <a:latin typeface="Trebuchet MS"/>
                <a:cs typeface="Trebuchet MS"/>
              </a:rPr>
              <a:t> </a:t>
            </a:r>
            <a:r>
              <a:rPr sz="3450" spc="125" dirty="0">
                <a:latin typeface="Trebuchet MS"/>
                <a:cs typeface="Trebuchet MS"/>
              </a:rPr>
              <a:t>decisions </a:t>
            </a:r>
            <a:r>
              <a:rPr sz="3450" spc="170" dirty="0">
                <a:latin typeface="Trebuchet MS"/>
                <a:cs typeface="Trebuchet MS"/>
              </a:rPr>
              <a:t>based</a:t>
            </a:r>
            <a:r>
              <a:rPr sz="3450" spc="-155" dirty="0">
                <a:latin typeface="Trebuchet MS"/>
                <a:cs typeface="Trebuchet MS"/>
              </a:rPr>
              <a:t> </a:t>
            </a:r>
            <a:r>
              <a:rPr sz="3450" spc="170" dirty="0">
                <a:latin typeface="Trebuchet MS"/>
                <a:cs typeface="Trebuchet MS"/>
              </a:rPr>
              <a:t>on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65" dirty="0">
                <a:latin typeface="Trebuchet MS"/>
                <a:cs typeface="Trebuchet MS"/>
              </a:rPr>
              <a:t>visual</a:t>
            </a:r>
            <a:r>
              <a:rPr sz="3450" spc="-145" dirty="0">
                <a:latin typeface="Trebuchet MS"/>
                <a:cs typeface="Trebuchet MS"/>
              </a:rPr>
              <a:t> </a:t>
            </a:r>
            <a:r>
              <a:rPr sz="3450" spc="55" dirty="0">
                <a:latin typeface="Trebuchet MS"/>
                <a:cs typeface="Trebuchet MS"/>
              </a:rPr>
              <a:t>data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85" dirty="0">
                <a:latin typeface="Trebuchet MS"/>
                <a:cs typeface="Trebuchet MS"/>
              </a:rPr>
              <a:t>from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the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-70" dirty="0">
                <a:latin typeface="Trebuchet MS"/>
                <a:cs typeface="Trebuchet MS"/>
              </a:rPr>
              <a:t>world,</a:t>
            </a:r>
            <a:r>
              <a:rPr sz="3450" spc="-145" dirty="0">
                <a:latin typeface="Trebuchet MS"/>
                <a:cs typeface="Trebuchet MS"/>
              </a:rPr>
              <a:t> </a:t>
            </a:r>
            <a:r>
              <a:rPr sz="3450" spc="210" dirty="0">
                <a:latin typeface="Trebuchet MS"/>
                <a:cs typeface="Trebuchet MS"/>
              </a:rPr>
              <a:t>such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250" dirty="0">
                <a:latin typeface="Trebuchet MS"/>
                <a:cs typeface="Trebuchet MS"/>
              </a:rPr>
              <a:t>as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135" dirty="0">
                <a:latin typeface="Trebuchet MS"/>
                <a:cs typeface="Trebuchet MS"/>
              </a:rPr>
              <a:t>images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130" dirty="0">
                <a:latin typeface="Trebuchet MS"/>
                <a:cs typeface="Trebuchet MS"/>
              </a:rPr>
              <a:t>and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videos.</a:t>
            </a:r>
            <a:r>
              <a:rPr sz="3450" spc="-145" dirty="0">
                <a:latin typeface="Trebuchet MS"/>
                <a:cs typeface="Trebuchet MS"/>
              </a:rPr>
              <a:t> </a:t>
            </a:r>
            <a:r>
              <a:rPr sz="3450" spc="160" dirty="0">
                <a:latin typeface="Trebuchet MS"/>
                <a:cs typeface="Trebuchet MS"/>
              </a:rPr>
              <a:t>Key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60" dirty="0">
                <a:latin typeface="Trebuchet MS"/>
                <a:cs typeface="Trebuchet MS"/>
              </a:rPr>
              <a:t>applications </a:t>
            </a:r>
            <a:r>
              <a:rPr sz="3450" dirty="0">
                <a:latin typeface="Trebuchet MS"/>
                <a:cs typeface="Trebuchet MS"/>
              </a:rPr>
              <a:t>include</a:t>
            </a:r>
            <a:r>
              <a:rPr sz="3450" spc="-10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facial</a:t>
            </a:r>
            <a:r>
              <a:rPr sz="3450" spc="-9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recognition,</a:t>
            </a:r>
            <a:r>
              <a:rPr sz="3450" spc="-9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object</a:t>
            </a:r>
            <a:r>
              <a:rPr sz="3450" spc="-95" dirty="0">
                <a:latin typeface="Trebuchet MS"/>
                <a:cs typeface="Trebuchet MS"/>
              </a:rPr>
              <a:t> </a:t>
            </a:r>
            <a:r>
              <a:rPr sz="3450" spc="-40" dirty="0">
                <a:latin typeface="Trebuchet MS"/>
                <a:cs typeface="Trebuchet MS"/>
              </a:rPr>
              <a:t>detection,</a:t>
            </a:r>
            <a:r>
              <a:rPr sz="3450" spc="-95" dirty="0">
                <a:latin typeface="Trebuchet MS"/>
                <a:cs typeface="Trebuchet MS"/>
              </a:rPr>
              <a:t> </a:t>
            </a:r>
            <a:r>
              <a:rPr sz="3450" spc="130" dirty="0">
                <a:latin typeface="Trebuchet MS"/>
                <a:cs typeface="Trebuchet MS"/>
              </a:rPr>
              <a:t>and</a:t>
            </a:r>
            <a:r>
              <a:rPr sz="3450" spc="-10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quality</a:t>
            </a:r>
            <a:r>
              <a:rPr sz="3450" spc="-100" dirty="0">
                <a:latin typeface="Trebuchet MS"/>
                <a:cs typeface="Trebuchet MS"/>
              </a:rPr>
              <a:t> </a:t>
            </a:r>
            <a:r>
              <a:rPr sz="3450" spc="55" dirty="0">
                <a:latin typeface="Trebuchet MS"/>
                <a:cs typeface="Trebuchet MS"/>
              </a:rPr>
              <a:t>control</a:t>
            </a:r>
            <a:r>
              <a:rPr sz="3450" spc="-9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in</a:t>
            </a:r>
            <a:r>
              <a:rPr sz="3450" spc="-100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manufacturing.</a:t>
            </a:r>
            <a:endParaRPr sz="3450">
              <a:latin typeface="Trebuchet MS"/>
              <a:cs typeface="Trebuchet MS"/>
            </a:endParaRPr>
          </a:p>
          <a:p>
            <a:pPr marL="12700" marR="5080" algn="ctr">
              <a:lnSpc>
                <a:spcPct val="115900"/>
              </a:lnSpc>
            </a:pPr>
            <a:r>
              <a:rPr sz="3450" b="1" dirty="0">
                <a:latin typeface="Trebuchet MS"/>
                <a:cs typeface="Trebuchet MS"/>
              </a:rPr>
              <a:t>Generative</a:t>
            </a:r>
            <a:r>
              <a:rPr sz="3450" b="1" spc="-175" dirty="0">
                <a:latin typeface="Trebuchet MS"/>
                <a:cs typeface="Trebuchet MS"/>
              </a:rPr>
              <a:t> </a:t>
            </a:r>
            <a:r>
              <a:rPr sz="3450" b="1" spc="110" dirty="0">
                <a:latin typeface="Trebuchet MS"/>
                <a:cs typeface="Trebuchet MS"/>
              </a:rPr>
              <a:t>AI</a:t>
            </a:r>
            <a:r>
              <a:rPr sz="3450" b="1" spc="-170" dirty="0">
                <a:latin typeface="Trebuchet MS"/>
                <a:cs typeface="Trebuchet MS"/>
              </a:rPr>
              <a:t> </a:t>
            </a:r>
            <a:r>
              <a:rPr sz="3450" b="1" spc="-55" dirty="0">
                <a:latin typeface="Trebuchet MS"/>
                <a:cs typeface="Trebuchet MS"/>
              </a:rPr>
              <a:t>(GenAI):</a:t>
            </a:r>
            <a:r>
              <a:rPr sz="3450" b="1" spc="-170" dirty="0">
                <a:latin typeface="Trebuchet MS"/>
                <a:cs typeface="Trebuchet MS"/>
              </a:rPr>
              <a:t> </a:t>
            </a:r>
            <a:r>
              <a:rPr sz="3450" spc="105" dirty="0">
                <a:latin typeface="Trebuchet MS"/>
                <a:cs typeface="Trebuchet MS"/>
              </a:rPr>
              <a:t>Refers</a:t>
            </a:r>
            <a:r>
              <a:rPr sz="3450" spc="-8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to</a:t>
            </a:r>
            <a:r>
              <a:rPr sz="3450" spc="-90" dirty="0">
                <a:latin typeface="Trebuchet MS"/>
                <a:cs typeface="Trebuchet MS"/>
              </a:rPr>
              <a:t> </a:t>
            </a:r>
            <a:r>
              <a:rPr sz="3450" spc="85" dirty="0">
                <a:latin typeface="Trebuchet MS"/>
                <a:cs typeface="Trebuchet MS"/>
              </a:rPr>
              <a:t>machine</a:t>
            </a:r>
            <a:r>
              <a:rPr sz="3450" spc="-8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learning</a:t>
            </a:r>
            <a:r>
              <a:rPr sz="3450" spc="-90" dirty="0">
                <a:latin typeface="Trebuchet MS"/>
                <a:cs typeface="Trebuchet MS"/>
              </a:rPr>
              <a:t> </a:t>
            </a:r>
            <a:r>
              <a:rPr sz="3450" spc="229" dirty="0">
                <a:latin typeface="Trebuchet MS"/>
                <a:cs typeface="Trebuchet MS"/>
              </a:rPr>
              <a:t>systems</a:t>
            </a:r>
            <a:r>
              <a:rPr sz="3450" spc="-8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that</a:t>
            </a:r>
            <a:r>
              <a:rPr sz="3450" spc="-80" dirty="0">
                <a:latin typeface="Trebuchet MS"/>
                <a:cs typeface="Trebuchet MS"/>
              </a:rPr>
              <a:t> </a:t>
            </a:r>
            <a:r>
              <a:rPr sz="3450" spc="145" dirty="0">
                <a:latin typeface="Trebuchet MS"/>
                <a:cs typeface="Trebuchet MS"/>
              </a:rPr>
              <a:t>can</a:t>
            </a:r>
            <a:r>
              <a:rPr sz="3450" spc="-90" dirty="0">
                <a:latin typeface="Trebuchet MS"/>
                <a:cs typeface="Trebuchet MS"/>
              </a:rPr>
              <a:t> </a:t>
            </a:r>
            <a:r>
              <a:rPr sz="3450" spc="40" dirty="0">
                <a:latin typeface="Trebuchet MS"/>
                <a:cs typeface="Trebuchet MS"/>
              </a:rPr>
              <a:t>generate </a:t>
            </a:r>
            <a:r>
              <a:rPr sz="3450" spc="120" dirty="0">
                <a:latin typeface="Trebuchet MS"/>
                <a:cs typeface="Trebuchet MS"/>
              </a:rPr>
              <a:t>new</a:t>
            </a:r>
            <a:r>
              <a:rPr sz="3450" spc="-9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content—</a:t>
            </a:r>
            <a:r>
              <a:rPr sz="3450" spc="210" dirty="0">
                <a:latin typeface="Trebuchet MS"/>
                <a:cs typeface="Trebuchet MS"/>
              </a:rPr>
              <a:t>such</a:t>
            </a:r>
            <a:r>
              <a:rPr sz="3450" spc="-90" dirty="0">
                <a:latin typeface="Trebuchet MS"/>
                <a:cs typeface="Trebuchet MS"/>
              </a:rPr>
              <a:t> </a:t>
            </a:r>
            <a:r>
              <a:rPr sz="3450" spc="250" dirty="0">
                <a:latin typeface="Trebuchet MS"/>
                <a:cs typeface="Trebuchet MS"/>
              </a:rPr>
              <a:t>as</a:t>
            </a:r>
            <a:r>
              <a:rPr sz="3450" spc="-85" dirty="0">
                <a:latin typeface="Trebuchet MS"/>
                <a:cs typeface="Trebuchet MS"/>
              </a:rPr>
              <a:t> </a:t>
            </a:r>
            <a:r>
              <a:rPr sz="3450" spc="-165" dirty="0">
                <a:latin typeface="Trebuchet MS"/>
                <a:cs typeface="Trebuchet MS"/>
              </a:rPr>
              <a:t>text,</a:t>
            </a:r>
            <a:r>
              <a:rPr sz="3450" spc="-8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images,</a:t>
            </a:r>
            <a:r>
              <a:rPr sz="3450" spc="-80" dirty="0">
                <a:latin typeface="Trebuchet MS"/>
                <a:cs typeface="Trebuchet MS"/>
              </a:rPr>
              <a:t> </a:t>
            </a:r>
            <a:r>
              <a:rPr sz="3450" spc="105" dirty="0">
                <a:latin typeface="Trebuchet MS"/>
                <a:cs typeface="Trebuchet MS"/>
              </a:rPr>
              <a:t>or</a:t>
            </a:r>
            <a:r>
              <a:rPr sz="3450" spc="-80" dirty="0">
                <a:latin typeface="Trebuchet MS"/>
                <a:cs typeface="Trebuchet MS"/>
              </a:rPr>
              <a:t> </a:t>
            </a:r>
            <a:r>
              <a:rPr sz="3450" spc="114" dirty="0">
                <a:latin typeface="Trebuchet MS"/>
                <a:cs typeface="Trebuchet MS"/>
              </a:rPr>
              <a:t>code—</a:t>
            </a:r>
            <a:r>
              <a:rPr sz="3450" dirty="0">
                <a:latin typeface="Trebuchet MS"/>
                <a:cs typeface="Trebuchet MS"/>
              </a:rPr>
              <a:t>in</a:t>
            </a:r>
            <a:r>
              <a:rPr sz="3450" spc="-90" dirty="0">
                <a:latin typeface="Trebuchet MS"/>
                <a:cs typeface="Trebuchet MS"/>
              </a:rPr>
              <a:t> </a:t>
            </a:r>
            <a:r>
              <a:rPr sz="3450" spc="175" dirty="0">
                <a:latin typeface="Trebuchet MS"/>
                <a:cs typeface="Trebuchet MS"/>
              </a:rPr>
              <a:t>response</a:t>
            </a:r>
            <a:r>
              <a:rPr sz="3450" spc="-9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to</a:t>
            </a:r>
            <a:r>
              <a:rPr sz="3450" spc="-8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prompts.</a:t>
            </a:r>
            <a:r>
              <a:rPr sz="3450" spc="-85" dirty="0">
                <a:latin typeface="Trebuchet MS"/>
                <a:cs typeface="Trebuchet MS"/>
              </a:rPr>
              <a:t> </a:t>
            </a:r>
            <a:r>
              <a:rPr sz="3450" spc="204" dirty="0">
                <a:latin typeface="Trebuchet MS"/>
                <a:cs typeface="Trebuchet MS"/>
              </a:rPr>
              <a:t>Įarge </a:t>
            </a:r>
            <a:r>
              <a:rPr sz="3450" spc="210" dirty="0">
                <a:latin typeface="Trebuchet MS"/>
                <a:cs typeface="Trebuchet MS"/>
              </a:rPr>
              <a:t>Įanguage</a:t>
            </a:r>
            <a:r>
              <a:rPr sz="3450" spc="-155" dirty="0">
                <a:latin typeface="Trebuchet MS"/>
                <a:cs typeface="Trebuchet MS"/>
              </a:rPr>
              <a:t> </a:t>
            </a:r>
            <a:r>
              <a:rPr sz="3450" spc="200" dirty="0">
                <a:latin typeface="Trebuchet MS"/>
                <a:cs typeface="Trebuchet MS"/>
              </a:rPr>
              <a:t>Models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315" dirty="0">
                <a:latin typeface="Trebuchet MS"/>
                <a:cs typeface="Trebuchet MS"/>
              </a:rPr>
              <a:t>(ĮĮMs)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-55" dirty="0">
                <a:latin typeface="Trebuchet MS"/>
                <a:cs typeface="Trebuchet MS"/>
              </a:rPr>
              <a:t>like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Gemini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are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65" dirty="0">
                <a:latin typeface="Trebuchet MS"/>
                <a:cs typeface="Trebuchet MS"/>
              </a:rPr>
              <a:t>prominent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95" dirty="0">
                <a:latin typeface="Trebuchet MS"/>
                <a:cs typeface="Trebuchet MS"/>
              </a:rPr>
              <a:t>examples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90" dirty="0">
                <a:latin typeface="Trebuchet MS"/>
                <a:cs typeface="Trebuchet MS"/>
              </a:rPr>
              <a:t>of</a:t>
            </a:r>
            <a:r>
              <a:rPr sz="3450" spc="-150" dirty="0">
                <a:latin typeface="Trebuchet MS"/>
                <a:cs typeface="Trebuchet MS"/>
              </a:rPr>
              <a:t> </a:t>
            </a:r>
            <a:r>
              <a:rPr sz="3450" spc="70" dirty="0">
                <a:latin typeface="Trebuchet MS"/>
                <a:cs typeface="Trebuchet MS"/>
              </a:rPr>
              <a:t>GenAI</a:t>
            </a:r>
            <a:r>
              <a:rPr sz="3450" spc="-145" dirty="0">
                <a:latin typeface="Trebuchet MS"/>
                <a:cs typeface="Trebuchet MS"/>
              </a:rPr>
              <a:t> </a:t>
            </a:r>
            <a:r>
              <a:rPr sz="3450" spc="65" dirty="0">
                <a:latin typeface="Trebuchet MS"/>
                <a:cs typeface="Trebuchet MS"/>
              </a:rPr>
              <a:t>foundation </a:t>
            </a:r>
            <a:r>
              <a:rPr sz="3450" spc="-10" dirty="0">
                <a:latin typeface="Trebuchet MS"/>
                <a:cs typeface="Trebuchet MS"/>
              </a:rPr>
              <a:t>models.</a:t>
            </a:r>
            <a:endParaRPr sz="3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9237" y="2067238"/>
            <a:ext cx="3017520" cy="7009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954"/>
              </a:lnSpc>
            </a:pPr>
            <a:r>
              <a:rPr sz="3500" b="1" spc="105" dirty="0">
                <a:latin typeface="Trebuchet MS"/>
                <a:cs typeface="Trebuchet MS"/>
              </a:rPr>
              <a:t>Industry</a:t>
            </a:r>
            <a:endParaRPr sz="3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sz="35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2700" b="1" dirty="0">
                <a:latin typeface="Trebuchet MS"/>
                <a:cs typeface="Trebuchet MS"/>
              </a:rPr>
              <a:t>Financial</a:t>
            </a:r>
            <a:r>
              <a:rPr sz="2700" b="1" spc="90" dirty="0">
                <a:latin typeface="Trebuchet MS"/>
                <a:cs typeface="Trebuchet MS"/>
              </a:rPr>
              <a:t> </a:t>
            </a:r>
            <a:r>
              <a:rPr sz="2700" b="1" spc="95" dirty="0">
                <a:latin typeface="Trebuchet MS"/>
                <a:cs typeface="Trebuchet MS"/>
              </a:rPr>
              <a:t>Services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2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3700" b="1" spc="45" dirty="0">
                <a:latin typeface="Trebuchet MS"/>
                <a:cs typeface="Trebuchet MS"/>
              </a:rPr>
              <a:t>Healthcare</a:t>
            </a:r>
            <a:endParaRPr sz="3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815"/>
              </a:spcBef>
            </a:pPr>
            <a:endParaRPr sz="3700">
              <a:latin typeface="Trebuchet MS"/>
              <a:cs typeface="Trebuchet MS"/>
            </a:endParaRPr>
          </a:p>
          <a:p>
            <a:pPr marL="151130" marR="143510" algn="ctr">
              <a:lnSpc>
                <a:spcPct val="114599"/>
              </a:lnSpc>
            </a:pPr>
            <a:r>
              <a:rPr sz="3000" b="1" dirty="0">
                <a:latin typeface="Trebuchet MS"/>
                <a:cs typeface="Trebuchet MS"/>
              </a:rPr>
              <a:t>E-</a:t>
            </a:r>
            <a:r>
              <a:rPr sz="3000" b="1" spc="95" dirty="0">
                <a:latin typeface="Trebuchet MS"/>
                <a:cs typeface="Trebuchet MS"/>
              </a:rPr>
              <a:t>commerce</a:t>
            </a:r>
            <a:r>
              <a:rPr sz="3000" b="1" spc="-135" dirty="0">
                <a:latin typeface="Trebuchet MS"/>
                <a:cs typeface="Trebuchet MS"/>
              </a:rPr>
              <a:t> </a:t>
            </a:r>
            <a:r>
              <a:rPr sz="3000" b="1" spc="75" dirty="0">
                <a:latin typeface="Trebuchet MS"/>
                <a:cs typeface="Trebuchet MS"/>
              </a:rPr>
              <a:t>&amp; </a:t>
            </a:r>
            <a:r>
              <a:rPr sz="3000" b="1" spc="-10" dirty="0">
                <a:latin typeface="Trebuchet MS"/>
                <a:cs typeface="Trebuchet MS"/>
              </a:rPr>
              <a:t>Retail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3008" y="2067238"/>
            <a:ext cx="3780154" cy="7277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954"/>
              </a:lnSpc>
            </a:pPr>
            <a:r>
              <a:rPr sz="3500" b="1" spc="175" dirty="0">
                <a:latin typeface="Trebuchet MS"/>
                <a:cs typeface="Trebuchet MS"/>
              </a:rPr>
              <a:t>Use</a:t>
            </a:r>
            <a:r>
              <a:rPr sz="3500" b="1" spc="-260" dirty="0">
                <a:latin typeface="Trebuchet MS"/>
                <a:cs typeface="Trebuchet MS"/>
              </a:rPr>
              <a:t> </a:t>
            </a:r>
            <a:r>
              <a:rPr sz="3500" b="1" spc="170" dirty="0">
                <a:latin typeface="Trebuchet MS"/>
                <a:cs typeface="Trebuchet MS"/>
              </a:rPr>
              <a:t>Case</a:t>
            </a:r>
            <a:endParaRPr sz="3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3500">
              <a:latin typeface="Trebuchet MS"/>
              <a:cs typeface="Trebuchet MS"/>
            </a:endParaRPr>
          </a:p>
          <a:p>
            <a:pPr marL="240665" marR="233045" algn="ctr">
              <a:lnSpc>
                <a:spcPct val="116500"/>
              </a:lnSpc>
              <a:spcBef>
                <a:spcPts val="5"/>
              </a:spcBef>
            </a:pPr>
            <a:r>
              <a:rPr sz="2200" b="1" dirty="0">
                <a:latin typeface="Trebuchet MS"/>
                <a:cs typeface="Trebuchet MS"/>
              </a:rPr>
              <a:t>Fraud</a:t>
            </a:r>
            <a:r>
              <a:rPr sz="2200" b="1" spc="25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detection, </a:t>
            </a:r>
            <a:r>
              <a:rPr sz="2200" b="1" dirty="0">
                <a:latin typeface="Trebuchet MS"/>
                <a:cs typeface="Trebuchet MS"/>
              </a:rPr>
              <a:t>algorithmic</a:t>
            </a:r>
            <a:r>
              <a:rPr sz="2200" b="1" spc="10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trading,</a:t>
            </a:r>
            <a:r>
              <a:rPr sz="2200" b="1" spc="105" dirty="0">
                <a:latin typeface="Trebuchet MS"/>
                <a:cs typeface="Trebuchet MS"/>
              </a:rPr>
              <a:t> </a:t>
            </a:r>
            <a:r>
              <a:rPr sz="2200" b="1" spc="40" dirty="0">
                <a:latin typeface="Trebuchet MS"/>
                <a:cs typeface="Trebuchet MS"/>
              </a:rPr>
              <a:t>risk </a:t>
            </a:r>
            <a:r>
              <a:rPr sz="2200" b="1" dirty="0">
                <a:latin typeface="Trebuchet MS"/>
                <a:cs typeface="Trebuchet MS"/>
              </a:rPr>
              <a:t>management,</a:t>
            </a:r>
            <a:r>
              <a:rPr sz="2200" b="1" spc="65" dirty="0">
                <a:latin typeface="Trebuchet MS"/>
                <a:cs typeface="Trebuchet MS"/>
              </a:rPr>
              <a:t> </a:t>
            </a:r>
            <a:r>
              <a:rPr sz="2200" b="1" spc="85" dirty="0">
                <a:latin typeface="Trebuchet MS"/>
                <a:cs typeface="Trebuchet MS"/>
              </a:rPr>
              <a:t>and</a:t>
            </a:r>
            <a:r>
              <a:rPr sz="2200" b="1" spc="70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credit scoring</a:t>
            </a:r>
            <a:r>
              <a:rPr sz="2200" spc="-10" dirty="0"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2200">
              <a:latin typeface="Trebuchet MS"/>
              <a:cs typeface="Trebuchet MS"/>
            </a:endParaRPr>
          </a:p>
          <a:p>
            <a:pPr indent="-635" algn="ctr">
              <a:lnSpc>
                <a:spcPct val="116500"/>
              </a:lnSpc>
              <a:spcBef>
                <a:spcPts val="5"/>
              </a:spcBef>
            </a:pPr>
            <a:r>
              <a:rPr sz="2200" b="1" spc="10" dirty="0">
                <a:latin typeface="Trebuchet MS"/>
                <a:cs typeface="Trebuchet MS"/>
              </a:rPr>
              <a:t>Personalized</a:t>
            </a:r>
            <a:r>
              <a:rPr sz="2200" b="1" spc="240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medicine, </a:t>
            </a:r>
            <a:r>
              <a:rPr sz="2200" b="1" spc="50" dirty="0">
                <a:latin typeface="Trebuchet MS"/>
                <a:cs typeface="Trebuchet MS"/>
              </a:rPr>
              <a:t>diagnostics,</a:t>
            </a:r>
            <a:r>
              <a:rPr sz="2200" b="1" spc="-165" dirty="0">
                <a:latin typeface="Trebuchet MS"/>
                <a:cs typeface="Trebuchet MS"/>
              </a:rPr>
              <a:t> </a:t>
            </a:r>
            <a:r>
              <a:rPr sz="2200" b="1" spc="90" dirty="0">
                <a:latin typeface="Trebuchet MS"/>
                <a:cs typeface="Trebuchet MS"/>
              </a:rPr>
              <a:t>drug</a:t>
            </a:r>
            <a:r>
              <a:rPr sz="2200" b="1" spc="-160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discovery, </a:t>
            </a:r>
            <a:r>
              <a:rPr sz="2200" b="1" spc="85" dirty="0">
                <a:latin typeface="Trebuchet MS"/>
                <a:cs typeface="Trebuchet MS"/>
              </a:rPr>
              <a:t>and</a:t>
            </a:r>
            <a:r>
              <a:rPr sz="2200" b="1" spc="-25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robotic</a:t>
            </a:r>
            <a:r>
              <a:rPr sz="2200" b="1" spc="-20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surgery.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90"/>
              </a:spcBef>
            </a:pPr>
            <a:endParaRPr sz="2200">
              <a:latin typeface="Trebuchet MS"/>
              <a:cs typeface="Trebuchet MS"/>
            </a:endParaRPr>
          </a:p>
          <a:p>
            <a:pPr marL="148590" marR="140335" algn="ctr">
              <a:lnSpc>
                <a:spcPct val="116500"/>
              </a:lnSpc>
            </a:pPr>
            <a:r>
              <a:rPr sz="2200" b="1" spc="60" dirty="0">
                <a:latin typeface="Trebuchet MS"/>
                <a:cs typeface="Trebuchet MS"/>
              </a:rPr>
              <a:t>Product</a:t>
            </a:r>
            <a:r>
              <a:rPr sz="2200" b="1" spc="-165" dirty="0">
                <a:latin typeface="Trebuchet MS"/>
                <a:cs typeface="Trebuchet MS"/>
              </a:rPr>
              <a:t> </a:t>
            </a:r>
            <a:r>
              <a:rPr sz="2200" b="1" spc="45" dirty="0">
                <a:latin typeface="Trebuchet MS"/>
                <a:cs typeface="Trebuchet MS"/>
              </a:rPr>
              <a:t>recommendation </a:t>
            </a:r>
            <a:r>
              <a:rPr sz="2200" b="1" dirty="0">
                <a:latin typeface="Trebuchet MS"/>
                <a:cs typeface="Trebuchet MS"/>
              </a:rPr>
              <a:t>engines,</a:t>
            </a:r>
            <a:r>
              <a:rPr sz="2200" b="1" spc="-50" dirty="0">
                <a:latin typeface="Trebuchet MS"/>
                <a:cs typeface="Trebuchet MS"/>
              </a:rPr>
              <a:t> </a:t>
            </a:r>
            <a:r>
              <a:rPr sz="2200" b="1" spc="50" dirty="0">
                <a:latin typeface="Trebuchet MS"/>
                <a:cs typeface="Trebuchet MS"/>
              </a:rPr>
              <a:t>customized </a:t>
            </a:r>
            <a:r>
              <a:rPr sz="2200" b="1" dirty="0">
                <a:latin typeface="Trebuchet MS"/>
                <a:cs typeface="Trebuchet MS"/>
              </a:rPr>
              <a:t>marketing,</a:t>
            </a:r>
            <a:r>
              <a:rPr sz="2200" b="1" spc="-65" dirty="0">
                <a:latin typeface="Trebuchet MS"/>
                <a:cs typeface="Trebuchet MS"/>
              </a:rPr>
              <a:t> </a:t>
            </a:r>
            <a:r>
              <a:rPr sz="2200" b="1" spc="85" dirty="0">
                <a:latin typeface="Trebuchet MS"/>
                <a:cs typeface="Trebuchet MS"/>
              </a:rPr>
              <a:t>and</a:t>
            </a:r>
            <a:r>
              <a:rPr sz="2200" b="1" spc="-65" dirty="0">
                <a:latin typeface="Trebuchet MS"/>
                <a:cs typeface="Trebuchet MS"/>
              </a:rPr>
              <a:t> </a:t>
            </a:r>
            <a:r>
              <a:rPr sz="2200" b="1" spc="60" dirty="0">
                <a:latin typeface="Trebuchet MS"/>
                <a:cs typeface="Trebuchet MS"/>
              </a:rPr>
              <a:t>customer </a:t>
            </a:r>
            <a:r>
              <a:rPr sz="2200" b="1" spc="-10" dirty="0">
                <a:latin typeface="Trebuchet MS"/>
                <a:cs typeface="Trebuchet MS"/>
              </a:rPr>
              <a:t>service.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60596" y="2067238"/>
            <a:ext cx="4418330" cy="7277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954"/>
              </a:lnSpc>
            </a:pPr>
            <a:r>
              <a:rPr sz="3500" b="1" spc="65" dirty="0">
                <a:latin typeface="Trebuchet MS"/>
                <a:cs typeface="Trebuchet MS"/>
              </a:rPr>
              <a:t>Global</a:t>
            </a:r>
            <a:r>
              <a:rPr sz="3500" b="1" spc="-250" dirty="0">
                <a:latin typeface="Trebuchet MS"/>
                <a:cs typeface="Trebuchet MS"/>
              </a:rPr>
              <a:t> </a:t>
            </a:r>
            <a:r>
              <a:rPr sz="3500" b="1" spc="75" dirty="0">
                <a:latin typeface="Trebuchet MS"/>
                <a:cs typeface="Trebuchet MS"/>
              </a:rPr>
              <a:t>Example</a:t>
            </a:r>
            <a:endParaRPr sz="3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00"/>
              </a:spcBef>
            </a:pPr>
            <a:endParaRPr sz="3500">
              <a:latin typeface="Trebuchet MS"/>
              <a:cs typeface="Trebuchet MS"/>
            </a:endParaRPr>
          </a:p>
          <a:p>
            <a:pPr marL="99695" marR="92075" indent="-635" algn="ctr">
              <a:lnSpc>
                <a:spcPct val="116500"/>
              </a:lnSpc>
              <a:spcBef>
                <a:spcPts val="5"/>
              </a:spcBef>
            </a:pPr>
            <a:r>
              <a:rPr sz="2200" b="1" spc="95" dirty="0">
                <a:latin typeface="Trebuchet MS"/>
                <a:cs typeface="Trebuchet MS"/>
              </a:rPr>
              <a:t>Mastercard</a:t>
            </a:r>
            <a:r>
              <a:rPr sz="2200" b="1" spc="-145" dirty="0">
                <a:latin typeface="Trebuchet MS"/>
                <a:cs typeface="Trebuchet MS"/>
              </a:rPr>
              <a:t> </a:t>
            </a:r>
            <a:r>
              <a:rPr sz="2200" b="1" spc="135" dirty="0">
                <a:latin typeface="Trebuchet MS"/>
                <a:cs typeface="Trebuchet MS"/>
              </a:rPr>
              <a:t>uses</a:t>
            </a:r>
            <a:r>
              <a:rPr sz="2200" b="1" spc="-145" dirty="0">
                <a:latin typeface="Trebuchet MS"/>
                <a:cs typeface="Trebuchet MS"/>
              </a:rPr>
              <a:t> </a:t>
            </a:r>
            <a:r>
              <a:rPr sz="2200" b="1" spc="75" dirty="0">
                <a:latin typeface="Trebuchet MS"/>
                <a:cs typeface="Trebuchet MS"/>
              </a:rPr>
              <a:t>AI</a:t>
            </a:r>
            <a:r>
              <a:rPr sz="2200" b="1" spc="-14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to</a:t>
            </a:r>
            <a:r>
              <a:rPr sz="2200" b="1" spc="-145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monitor </a:t>
            </a:r>
            <a:r>
              <a:rPr sz="2200" b="1" spc="65" dirty="0">
                <a:latin typeface="Trebuchet MS"/>
                <a:cs typeface="Trebuchet MS"/>
              </a:rPr>
              <a:t>transactions</a:t>
            </a:r>
            <a:r>
              <a:rPr sz="2200" b="1" spc="-105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for</a:t>
            </a:r>
            <a:r>
              <a:rPr sz="2200" b="1" spc="-100" dirty="0">
                <a:latin typeface="Trebuchet MS"/>
                <a:cs typeface="Trebuchet MS"/>
              </a:rPr>
              <a:t> </a:t>
            </a:r>
            <a:r>
              <a:rPr sz="2200" b="1" spc="65" dirty="0">
                <a:latin typeface="Trebuchet MS"/>
                <a:cs typeface="Trebuchet MS"/>
              </a:rPr>
              <a:t>anomalies</a:t>
            </a:r>
            <a:r>
              <a:rPr sz="2200" b="1" spc="-100" dirty="0">
                <a:latin typeface="Trebuchet MS"/>
                <a:cs typeface="Trebuchet MS"/>
              </a:rPr>
              <a:t> </a:t>
            </a:r>
            <a:r>
              <a:rPr sz="2200" b="1" spc="60" dirty="0">
                <a:latin typeface="Trebuchet MS"/>
                <a:cs typeface="Trebuchet MS"/>
              </a:rPr>
              <a:t>and </a:t>
            </a:r>
            <a:r>
              <a:rPr sz="2200" b="1" dirty="0">
                <a:latin typeface="Trebuchet MS"/>
                <a:cs typeface="Trebuchet MS"/>
              </a:rPr>
              <a:t>protect</a:t>
            </a:r>
            <a:r>
              <a:rPr sz="2200" b="1" spc="-40" dirty="0">
                <a:latin typeface="Trebuchet MS"/>
                <a:cs typeface="Trebuchet MS"/>
              </a:rPr>
              <a:t> </a:t>
            </a:r>
            <a:r>
              <a:rPr sz="2200" b="1" spc="80" dirty="0">
                <a:latin typeface="Trebuchet MS"/>
                <a:cs typeface="Trebuchet MS"/>
              </a:rPr>
              <a:t>against</a:t>
            </a:r>
            <a:r>
              <a:rPr sz="2200" b="1" spc="-35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fraud.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2200">
              <a:latin typeface="Trebuchet MS"/>
              <a:cs typeface="Trebuchet MS"/>
            </a:endParaRPr>
          </a:p>
          <a:p>
            <a:pPr indent="-635" algn="ctr">
              <a:lnSpc>
                <a:spcPct val="116500"/>
              </a:lnSpc>
              <a:spcBef>
                <a:spcPts val="5"/>
              </a:spcBef>
            </a:pPr>
            <a:r>
              <a:rPr sz="2200" b="1" spc="190" dirty="0">
                <a:latin typeface="Trebuchet MS"/>
                <a:cs typeface="Trebuchet MS"/>
              </a:rPr>
              <a:t>IBM</a:t>
            </a:r>
            <a:r>
              <a:rPr sz="2200" b="1" spc="-110" dirty="0">
                <a:latin typeface="Trebuchet MS"/>
                <a:cs typeface="Trebuchet MS"/>
              </a:rPr>
              <a:t> </a:t>
            </a:r>
            <a:r>
              <a:rPr sz="2200" b="1" spc="95" dirty="0">
                <a:latin typeface="Trebuchet MS"/>
                <a:cs typeface="Trebuchet MS"/>
              </a:rPr>
              <a:t>Watson</a:t>
            </a:r>
            <a:r>
              <a:rPr sz="2200" b="1" spc="-11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Health</a:t>
            </a:r>
            <a:r>
              <a:rPr sz="2200" b="1" spc="-110" dirty="0">
                <a:latin typeface="Trebuchet MS"/>
                <a:cs typeface="Trebuchet MS"/>
              </a:rPr>
              <a:t> </a:t>
            </a:r>
            <a:r>
              <a:rPr sz="2200" b="1" spc="125" dirty="0">
                <a:latin typeface="Trebuchet MS"/>
                <a:cs typeface="Trebuchet MS"/>
              </a:rPr>
              <a:t>assists </a:t>
            </a:r>
            <a:r>
              <a:rPr sz="2200" b="1" spc="80" dirty="0">
                <a:latin typeface="Trebuchet MS"/>
                <a:cs typeface="Trebuchet MS"/>
              </a:rPr>
              <a:t>doctors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in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90" dirty="0">
                <a:latin typeface="Trebuchet MS"/>
                <a:cs typeface="Trebuchet MS"/>
              </a:rPr>
              <a:t>diagnosing</a:t>
            </a:r>
            <a:r>
              <a:rPr sz="2200" b="1" spc="-150" dirty="0">
                <a:latin typeface="Trebuchet MS"/>
                <a:cs typeface="Trebuchet MS"/>
              </a:rPr>
              <a:t> </a:t>
            </a:r>
            <a:r>
              <a:rPr sz="2200" b="1" spc="95" dirty="0">
                <a:latin typeface="Trebuchet MS"/>
                <a:cs typeface="Trebuchet MS"/>
              </a:rPr>
              <a:t>diseases </a:t>
            </a:r>
            <a:r>
              <a:rPr sz="2200" b="1" spc="85" dirty="0">
                <a:latin typeface="Trebuchet MS"/>
                <a:cs typeface="Trebuchet MS"/>
              </a:rPr>
              <a:t>and</a:t>
            </a:r>
            <a:r>
              <a:rPr sz="2200" b="1" spc="-145" dirty="0">
                <a:latin typeface="Trebuchet MS"/>
                <a:cs typeface="Trebuchet MS"/>
              </a:rPr>
              <a:t> </a:t>
            </a:r>
            <a:r>
              <a:rPr sz="2200" b="1" spc="70" dirty="0">
                <a:latin typeface="Trebuchet MS"/>
                <a:cs typeface="Trebuchet MS"/>
              </a:rPr>
              <a:t>recommending</a:t>
            </a:r>
            <a:r>
              <a:rPr sz="2200" b="1" spc="-140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treatment </a:t>
            </a:r>
            <a:r>
              <a:rPr sz="2200" b="1" spc="80" dirty="0">
                <a:latin typeface="Trebuchet MS"/>
                <a:cs typeface="Trebuchet MS"/>
              </a:rPr>
              <a:t>plans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114" dirty="0">
                <a:latin typeface="Trebuchet MS"/>
                <a:cs typeface="Trebuchet MS"/>
              </a:rPr>
              <a:t>by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50" dirty="0">
                <a:latin typeface="Trebuchet MS"/>
                <a:cs typeface="Trebuchet MS"/>
              </a:rPr>
              <a:t>analyzing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85" dirty="0">
                <a:latin typeface="Trebuchet MS"/>
                <a:cs typeface="Trebuchet MS"/>
              </a:rPr>
              <a:t>vast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80" dirty="0">
                <a:latin typeface="Trebuchet MS"/>
                <a:cs typeface="Trebuchet MS"/>
              </a:rPr>
              <a:t>amounts </a:t>
            </a:r>
            <a:r>
              <a:rPr sz="2200" b="1" spc="60" dirty="0">
                <a:latin typeface="Trebuchet MS"/>
                <a:cs typeface="Trebuchet MS"/>
              </a:rPr>
              <a:t>of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50" dirty="0">
                <a:latin typeface="Trebuchet MS"/>
                <a:cs typeface="Trebuchet MS"/>
              </a:rPr>
              <a:t>medical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data.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2200">
              <a:latin typeface="Trebuchet MS"/>
              <a:cs typeface="Trebuchet MS"/>
            </a:endParaRPr>
          </a:p>
          <a:p>
            <a:pPr marL="144145" marR="136525" indent="-635" algn="ctr">
              <a:lnSpc>
                <a:spcPct val="116500"/>
              </a:lnSpc>
              <a:spcBef>
                <a:spcPts val="5"/>
              </a:spcBef>
            </a:pPr>
            <a:r>
              <a:rPr sz="2200" b="1" spc="80" dirty="0">
                <a:latin typeface="Trebuchet MS"/>
                <a:cs typeface="Trebuchet MS"/>
              </a:rPr>
              <a:t>Amazon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135" dirty="0">
                <a:latin typeface="Trebuchet MS"/>
                <a:cs typeface="Trebuchet MS"/>
              </a:rPr>
              <a:t>uses</a:t>
            </a:r>
            <a:r>
              <a:rPr sz="2200" b="1" spc="-150" dirty="0">
                <a:latin typeface="Trebuchet MS"/>
                <a:cs typeface="Trebuchet MS"/>
              </a:rPr>
              <a:t> </a:t>
            </a:r>
            <a:r>
              <a:rPr sz="2200" b="1" spc="75" dirty="0">
                <a:latin typeface="Trebuchet MS"/>
                <a:cs typeface="Trebuchet MS"/>
              </a:rPr>
              <a:t>AI</a:t>
            </a:r>
            <a:r>
              <a:rPr sz="2200" b="1" spc="-15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to</a:t>
            </a:r>
            <a:r>
              <a:rPr sz="2200" b="1" spc="-150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optimize </a:t>
            </a:r>
            <a:r>
              <a:rPr sz="2200" b="1" dirty="0">
                <a:latin typeface="Trebuchet MS"/>
                <a:cs typeface="Trebuchet MS"/>
              </a:rPr>
              <a:t>inventory</a:t>
            </a:r>
            <a:r>
              <a:rPr sz="2200" b="1" spc="-40" dirty="0">
                <a:latin typeface="Trebuchet MS"/>
                <a:cs typeface="Trebuchet MS"/>
              </a:rPr>
              <a:t> </a:t>
            </a:r>
            <a:r>
              <a:rPr sz="2200" b="1" spc="85" dirty="0">
                <a:latin typeface="Trebuchet MS"/>
                <a:cs typeface="Trebuchet MS"/>
              </a:rPr>
              <a:t>and</a:t>
            </a:r>
            <a:r>
              <a:rPr sz="2200" b="1" spc="-40" dirty="0">
                <a:latin typeface="Trebuchet MS"/>
                <a:cs typeface="Trebuchet MS"/>
              </a:rPr>
              <a:t> </a:t>
            </a:r>
            <a:r>
              <a:rPr sz="2200" b="1" spc="65" dirty="0">
                <a:latin typeface="Trebuchet MS"/>
                <a:cs typeface="Trebuchet MS"/>
              </a:rPr>
              <a:t>recommend </a:t>
            </a:r>
            <a:r>
              <a:rPr sz="2200" b="1" spc="75" dirty="0">
                <a:latin typeface="Trebuchet MS"/>
                <a:cs typeface="Trebuchet MS"/>
              </a:rPr>
              <a:t>products</a:t>
            </a:r>
            <a:r>
              <a:rPr sz="2200" b="1" spc="-150" dirty="0">
                <a:latin typeface="Trebuchet MS"/>
                <a:cs typeface="Trebuchet MS"/>
              </a:rPr>
              <a:t> </a:t>
            </a:r>
            <a:r>
              <a:rPr sz="2200" b="1" spc="110" dirty="0">
                <a:latin typeface="Trebuchet MS"/>
                <a:cs typeface="Trebuchet MS"/>
              </a:rPr>
              <a:t>based</a:t>
            </a:r>
            <a:r>
              <a:rPr sz="2200" b="1" spc="-145" dirty="0">
                <a:latin typeface="Trebuchet MS"/>
                <a:cs typeface="Trebuchet MS"/>
              </a:rPr>
              <a:t> </a:t>
            </a:r>
            <a:r>
              <a:rPr sz="2200" b="1" spc="65" dirty="0">
                <a:latin typeface="Trebuchet MS"/>
                <a:cs typeface="Trebuchet MS"/>
              </a:rPr>
              <a:t>on</a:t>
            </a:r>
            <a:r>
              <a:rPr sz="2200" b="1" spc="-145" dirty="0">
                <a:latin typeface="Trebuchet MS"/>
                <a:cs typeface="Trebuchet MS"/>
              </a:rPr>
              <a:t> </a:t>
            </a:r>
            <a:r>
              <a:rPr sz="2200" b="1" spc="70" dirty="0">
                <a:latin typeface="Trebuchet MS"/>
                <a:cs typeface="Trebuchet MS"/>
              </a:rPr>
              <a:t>purchasing </a:t>
            </a:r>
            <a:r>
              <a:rPr sz="2200" b="1" spc="-10" dirty="0">
                <a:latin typeface="Trebuchet MS"/>
                <a:cs typeface="Trebuchet MS"/>
              </a:rPr>
              <a:t>patterns.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21022" y="2067238"/>
            <a:ext cx="4365625" cy="7277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954"/>
              </a:lnSpc>
            </a:pPr>
            <a:r>
              <a:rPr sz="3500" b="1" spc="80" dirty="0">
                <a:latin typeface="Trebuchet MS"/>
                <a:cs typeface="Trebuchet MS"/>
              </a:rPr>
              <a:t>Indian</a:t>
            </a:r>
            <a:r>
              <a:rPr sz="3500" b="1" spc="-260" dirty="0">
                <a:latin typeface="Trebuchet MS"/>
                <a:cs typeface="Trebuchet MS"/>
              </a:rPr>
              <a:t> </a:t>
            </a:r>
            <a:r>
              <a:rPr sz="3500" b="1" spc="75" dirty="0">
                <a:latin typeface="Trebuchet MS"/>
                <a:cs typeface="Trebuchet MS"/>
              </a:rPr>
              <a:t>Example</a:t>
            </a:r>
            <a:endParaRPr sz="3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00"/>
              </a:spcBef>
            </a:pPr>
            <a:endParaRPr sz="3500">
              <a:latin typeface="Trebuchet MS"/>
              <a:cs typeface="Trebuchet MS"/>
            </a:endParaRPr>
          </a:p>
          <a:p>
            <a:pPr algn="ctr">
              <a:lnSpc>
                <a:spcPct val="116500"/>
              </a:lnSpc>
              <a:spcBef>
                <a:spcPts val="5"/>
              </a:spcBef>
            </a:pPr>
            <a:r>
              <a:rPr sz="2200" b="1" spc="150" dirty="0">
                <a:latin typeface="Trebuchet MS"/>
                <a:cs typeface="Trebuchet MS"/>
              </a:rPr>
              <a:t>OFSS</a:t>
            </a:r>
            <a:r>
              <a:rPr sz="2200" b="1" spc="-130" dirty="0">
                <a:latin typeface="Trebuchet MS"/>
                <a:cs typeface="Trebuchet MS"/>
              </a:rPr>
              <a:t> </a:t>
            </a:r>
            <a:r>
              <a:rPr sz="2200" b="1" spc="135" dirty="0">
                <a:latin typeface="Trebuchet MS"/>
                <a:cs typeface="Trebuchet MS"/>
              </a:rPr>
              <a:t>uses</a:t>
            </a:r>
            <a:r>
              <a:rPr sz="2200" b="1" spc="-125" dirty="0">
                <a:latin typeface="Trebuchet MS"/>
                <a:cs typeface="Trebuchet MS"/>
              </a:rPr>
              <a:t> </a:t>
            </a:r>
            <a:r>
              <a:rPr sz="2200" b="1" spc="70" dirty="0">
                <a:latin typeface="Trebuchet MS"/>
                <a:cs typeface="Trebuchet MS"/>
              </a:rPr>
              <a:t>AI/ML</a:t>
            </a:r>
            <a:r>
              <a:rPr sz="2200" b="1" spc="-13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for</a:t>
            </a:r>
            <a:r>
              <a:rPr sz="2200" b="1" spc="-125" dirty="0">
                <a:latin typeface="Trebuchet MS"/>
                <a:cs typeface="Trebuchet MS"/>
              </a:rPr>
              <a:t> </a:t>
            </a:r>
            <a:r>
              <a:rPr sz="2200" b="1" spc="-20" dirty="0">
                <a:latin typeface="Trebuchet MS"/>
                <a:cs typeface="Trebuchet MS"/>
              </a:rPr>
              <a:t>core </a:t>
            </a:r>
            <a:r>
              <a:rPr sz="2200" b="1" dirty="0">
                <a:latin typeface="Trebuchet MS"/>
                <a:cs typeface="Trebuchet MS"/>
              </a:rPr>
              <a:t>banking,</a:t>
            </a:r>
            <a:r>
              <a:rPr sz="2200" b="1" spc="-3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anti-</a:t>
            </a:r>
            <a:r>
              <a:rPr sz="2200" b="1" spc="80" dirty="0">
                <a:latin typeface="Trebuchet MS"/>
                <a:cs typeface="Trebuchet MS"/>
              </a:rPr>
              <a:t>money</a:t>
            </a:r>
            <a:r>
              <a:rPr sz="2200" b="1" spc="-25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laundering, </a:t>
            </a:r>
            <a:r>
              <a:rPr sz="2200" b="1" spc="85" dirty="0">
                <a:latin typeface="Trebuchet MS"/>
                <a:cs typeface="Trebuchet MS"/>
              </a:rPr>
              <a:t>and</a:t>
            </a:r>
            <a:r>
              <a:rPr sz="2200" b="1" spc="-160" dirty="0">
                <a:latin typeface="Trebuchet MS"/>
                <a:cs typeface="Trebuchet MS"/>
              </a:rPr>
              <a:t> </a:t>
            </a:r>
            <a:r>
              <a:rPr sz="2200" b="1" spc="55" dirty="0">
                <a:latin typeface="Trebuchet MS"/>
                <a:cs typeface="Trebuchet MS"/>
              </a:rPr>
              <a:t>compliance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solutions</a:t>
            </a:r>
            <a:r>
              <a:rPr sz="2200" spc="-10" dirty="0"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2200">
              <a:latin typeface="Trebuchet MS"/>
              <a:cs typeface="Trebuchet MS"/>
            </a:endParaRPr>
          </a:p>
          <a:p>
            <a:pPr marL="85725" marR="78105" indent="-635" algn="ctr">
              <a:lnSpc>
                <a:spcPct val="114100"/>
              </a:lnSpc>
            </a:pPr>
            <a:r>
              <a:rPr sz="2300" b="1" spc="70" dirty="0">
                <a:latin typeface="Trebuchet MS"/>
                <a:cs typeface="Trebuchet MS"/>
              </a:rPr>
              <a:t>AI</a:t>
            </a:r>
            <a:r>
              <a:rPr sz="2300" b="1" spc="-80" dirty="0">
                <a:latin typeface="Trebuchet MS"/>
                <a:cs typeface="Trebuchet MS"/>
              </a:rPr>
              <a:t> </a:t>
            </a:r>
            <a:r>
              <a:rPr sz="2300" b="1" spc="90" dirty="0">
                <a:latin typeface="Trebuchet MS"/>
                <a:cs typeface="Trebuchet MS"/>
              </a:rPr>
              <a:t>is</a:t>
            </a:r>
            <a:r>
              <a:rPr sz="2300" b="1" spc="-8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leveraged</a:t>
            </a:r>
            <a:r>
              <a:rPr sz="2300" b="1" spc="-75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in</a:t>
            </a:r>
            <a:r>
              <a:rPr sz="2300" b="1" spc="-80" dirty="0">
                <a:latin typeface="Trebuchet MS"/>
                <a:cs typeface="Trebuchet MS"/>
              </a:rPr>
              <a:t> </a:t>
            </a:r>
            <a:r>
              <a:rPr sz="2300" b="1" spc="85" dirty="0">
                <a:latin typeface="Trebuchet MS"/>
                <a:cs typeface="Trebuchet MS"/>
              </a:rPr>
              <a:t>diagnostics </a:t>
            </a:r>
            <a:r>
              <a:rPr sz="2300" b="1" spc="90" dirty="0">
                <a:latin typeface="Trebuchet MS"/>
                <a:cs typeface="Trebuchet MS"/>
              </a:rPr>
              <a:t>and</a:t>
            </a:r>
            <a:r>
              <a:rPr sz="2300" b="1" spc="-145" dirty="0">
                <a:latin typeface="Trebuchet MS"/>
                <a:cs typeface="Trebuchet MS"/>
              </a:rPr>
              <a:t> </a:t>
            </a:r>
            <a:r>
              <a:rPr sz="2300" b="1" spc="75" dirty="0">
                <a:latin typeface="Trebuchet MS"/>
                <a:cs typeface="Trebuchet MS"/>
              </a:rPr>
              <a:t>data</a:t>
            </a:r>
            <a:r>
              <a:rPr sz="2300" b="1" spc="-145" dirty="0">
                <a:latin typeface="Trebuchet MS"/>
                <a:cs typeface="Trebuchet MS"/>
              </a:rPr>
              <a:t> </a:t>
            </a:r>
            <a:r>
              <a:rPr sz="2300" b="1" spc="70" dirty="0">
                <a:latin typeface="Trebuchet MS"/>
                <a:cs typeface="Trebuchet MS"/>
              </a:rPr>
              <a:t>analytics</a:t>
            </a:r>
            <a:r>
              <a:rPr sz="2300" b="1" spc="-14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to</a:t>
            </a:r>
            <a:r>
              <a:rPr sz="2300" b="1" spc="-145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improve </a:t>
            </a:r>
            <a:r>
              <a:rPr sz="2300" b="1" spc="90" dirty="0">
                <a:latin typeface="Trebuchet MS"/>
                <a:cs typeface="Trebuchet MS"/>
              </a:rPr>
              <a:t>outcomes</a:t>
            </a:r>
            <a:r>
              <a:rPr sz="2300" b="1" spc="-11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for</a:t>
            </a:r>
            <a:r>
              <a:rPr sz="2300" b="1" spc="-110" dirty="0">
                <a:latin typeface="Trebuchet MS"/>
                <a:cs typeface="Trebuchet MS"/>
              </a:rPr>
              <a:t> </a:t>
            </a:r>
            <a:r>
              <a:rPr sz="2300" b="1" spc="50" dirty="0">
                <a:latin typeface="Trebuchet MS"/>
                <a:cs typeface="Trebuchet MS"/>
              </a:rPr>
              <a:t>patients</a:t>
            </a:r>
            <a:r>
              <a:rPr sz="2300" b="1" spc="-110" dirty="0">
                <a:latin typeface="Trebuchet MS"/>
                <a:cs typeface="Trebuchet MS"/>
              </a:rPr>
              <a:t> </a:t>
            </a:r>
            <a:r>
              <a:rPr sz="2300" b="1" spc="125" dirty="0">
                <a:latin typeface="Trebuchet MS"/>
                <a:cs typeface="Trebuchet MS"/>
              </a:rPr>
              <a:t>across </a:t>
            </a:r>
            <a:r>
              <a:rPr sz="2300" b="1" dirty="0">
                <a:latin typeface="Trebuchet MS"/>
                <a:cs typeface="Trebuchet MS"/>
              </a:rPr>
              <a:t>the</a:t>
            </a:r>
            <a:r>
              <a:rPr sz="2300" b="1" spc="-125" dirty="0">
                <a:latin typeface="Trebuchet MS"/>
                <a:cs typeface="Trebuchet MS"/>
              </a:rPr>
              <a:t> </a:t>
            </a:r>
            <a:r>
              <a:rPr sz="2300" b="1" spc="50" dirty="0">
                <a:latin typeface="Trebuchet MS"/>
                <a:cs typeface="Trebuchet MS"/>
              </a:rPr>
              <a:t>country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2300">
              <a:latin typeface="Trebuchet MS"/>
              <a:cs typeface="Trebuchet MS"/>
            </a:endParaRPr>
          </a:p>
          <a:p>
            <a:pPr marL="13970" marR="6350" indent="-635" algn="ctr">
              <a:lnSpc>
                <a:spcPct val="116500"/>
              </a:lnSpc>
              <a:spcBef>
                <a:spcPts val="5"/>
              </a:spcBef>
            </a:pPr>
            <a:r>
              <a:rPr sz="2200" b="1" dirty="0">
                <a:latin typeface="Trebuchet MS"/>
                <a:cs typeface="Trebuchet MS"/>
              </a:rPr>
              <a:t>AI-</a:t>
            </a:r>
            <a:r>
              <a:rPr sz="2200" b="1" spc="55" dirty="0">
                <a:latin typeface="Trebuchet MS"/>
                <a:cs typeface="Trebuchet MS"/>
              </a:rPr>
              <a:t>powered</a:t>
            </a:r>
            <a:r>
              <a:rPr sz="2200" b="1" spc="-45" dirty="0">
                <a:latin typeface="Trebuchet MS"/>
                <a:cs typeface="Trebuchet MS"/>
              </a:rPr>
              <a:t> </a:t>
            </a:r>
            <a:r>
              <a:rPr sz="2200" b="1" spc="45" dirty="0">
                <a:latin typeface="Trebuchet MS"/>
                <a:cs typeface="Trebuchet MS"/>
              </a:rPr>
              <a:t>recommendation </a:t>
            </a:r>
            <a:r>
              <a:rPr sz="2200" b="1" spc="70" dirty="0">
                <a:latin typeface="Trebuchet MS"/>
                <a:cs typeface="Trebuchet MS"/>
              </a:rPr>
              <a:t>engines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85" dirty="0">
                <a:latin typeface="Trebuchet MS"/>
                <a:cs typeface="Trebuchet MS"/>
              </a:rPr>
              <a:t>and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80" dirty="0">
                <a:latin typeface="Trebuchet MS"/>
                <a:cs typeface="Trebuchet MS"/>
              </a:rPr>
              <a:t>chatbots</a:t>
            </a:r>
            <a:r>
              <a:rPr sz="2200" b="1" spc="-155" dirty="0">
                <a:latin typeface="Trebuchet MS"/>
                <a:cs typeface="Trebuchet MS"/>
              </a:rPr>
              <a:t> </a:t>
            </a:r>
            <a:r>
              <a:rPr sz="2200" b="1" spc="40" dirty="0">
                <a:latin typeface="Trebuchet MS"/>
                <a:cs typeface="Trebuchet MS"/>
              </a:rPr>
              <a:t>enhance </a:t>
            </a:r>
            <a:r>
              <a:rPr sz="2200" b="1" spc="70" dirty="0">
                <a:latin typeface="Trebuchet MS"/>
                <a:cs typeface="Trebuchet MS"/>
              </a:rPr>
              <a:t>customer</a:t>
            </a:r>
            <a:r>
              <a:rPr sz="2200" b="1" spc="-2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experiences</a:t>
            </a:r>
            <a:r>
              <a:rPr sz="2200" b="1" spc="-20" dirty="0">
                <a:latin typeface="Trebuchet MS"/>
                <a:cs typeface="Trebuchet MS"/>
              </a:rPr>
              <a:t> </a:t>
            </a:r>
            <a:r>
              <a:rPr sz="2200" b="1" spc="65" dirty="0">
                <a:latin typeface="Trebuchet MS"/>
                <a:cs typeface="Trebuchet MS"/>
              </a:rPr>
              <a:t>on</a:t>
            </a:r>
            <a:r>
              <a:rPr sz="2200" b="1" spc="-15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Indian e-</a:t>
            </a:r>
            <a:r>
              <a:rPr sz="2200" b="1" spc="75" dirty="0">
                <a:latin typeface="Trebuchet MS"/>
                <a:cs typeface="Trebuchet MS"/>
              </a:rPr>
              <a:t>commerce</a:t>
            </a:r>
            <a:r>
              <a:rPr sz="2200" b="1" spc="-160" dirty="0">
                <a:latin typeface="Trebuchet MS"/>
                <a:cs typeface="Trebuchet MS"/>
              </a:rPr>
              <a:t> </a:t>
            </a:r>
            <a:r>
              <a:rPr sz="2200" b="1" spc="55" dirty="0">
                <a:latin typeface="Trebuchet MS"/>
                <a:cs typeface="Trebuchet MS"/>
              </a:rPr>
              <a:t>platforms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5875" y="1699514"/>
            <a:ext cx="17356455" cy="7931784"/>
          </a:xfrm>
          <a:custGeom>
            <a:avLst/>
            <a:gdLst/>
            <a:ahLst/>
            <a:cxnLst/>
            <a:rect l="l" t="t" r="r" b="b"/>
            <a:pathLst>
              <a:path w="17356455" h="7931784">
                <a:moveTo>
                  <a:pt x="19049" y="19049"/>
                </a:moveTo>
                <a:lnTo>
                  <a:pt x="19049" y="7912604"/>
                </a:lnTo>
              </a:path>
              <a:path w="17356455" h="7931784">
                <a:moveTo>
                  <a:pt x="3465053" y="19049"/>
                </a:moveTo>
                <a:lnTo>
                  <a:pt x="3465053" y="7912604"/>
                </a:lnTo>
              </a:path>
              <a:path w="17356455" h="7931784">
                <a:moveTo>
                  <a:pt x="7669096" y="19049"/>
                </a:moveTo>
                <a:lnTo>
                  <a:pt x="7669096" y="7912604"/>
                </a:lnTo>
              </a:path>
              <a:path w="17356455" h="7931784">
                <a:moveTo>
                  <a:pt x="12538751" y="19049"/>
                </a:moveTo>
                <a:lnTo>
                  <a:pt x="12538751" y="7912604"/>
                </a:lnTo>
              </a:path>
              <a:path w="17356455" h="7931784">
                <a:moveTo>
                  <a:pt x="17337196" y="19049"/>
                </a:moveTo>
                <a:lnTo>
                  <a:pt x="17337196" y="7912604"/>
                </a:lnTo>
              </a:path>
              <a:path w="17356455" h="7931784">
                <a:moveTo>
                  <a:pt x="0" y="0"/>
                </a:moveTo>
                <a:lnTo>
                  <a:pt x="17356246" y="0"/>
                </a:lnTo>
              </a:path>
              <a:path w="17356455" h="7931784">
                <a:moveTo>
                  <a:pt x="0" y="1283205"/>
                </a:moveTo>
                <a:lnTo>
                  <a:pt x="17356246" y="1283205"/>
                </a:lnTo>
              </a:path>
              <a:path w="17356455" h="7931784">
                <a:moveTo>
                  <a:pt x="0" y="3369180"/>
                </a:moveTo>
                <a:lnTo>
                  <a:pt x="17356246" y="3369180"/>
                </a:lnTo>
              </a:path>
              <a:path w="17356455" h="7931784">
                <a:moveTo>
                  <a:pt x="0" y="5845679"/>
                </a:moveTo>
                <a:lnTo>
                  <a:pt x="17356246" y="5845679"/>
                </a:lnTo>
              </a:path>
              <a:path w="17356455" h="7931784">
                <a:moveTo>
                  <a:pt x="0" y="7931654"/>
                </a:moveTo>
                <a:lnTo>
                  <a:pt x="17356246" y="793165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53175" y="132403"/>
            <a:ext cx="10029190" cy="1146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50" spc="70" dirty="0"/>
              <a:t>Real-</a:t>
            </a:r>
            <a:r>
              <a:rPr sz="7350" spc="190" dirty="0"/>
              <a:t>world</a:t>
            </a:r>
            <a:r>
              <a:rPr sz="7350" spc="-530" dirty="0"/>
              <a:t> </a:t>
            </a:r>
            <a:r>
              <a:rPr sz="7350" spc="370" dirty="0"/>
              <a:t>Use</a:t>
            </a:r>
            <a:r>
              <a:rPr sz="7350" spc="-525" dirty="0"/>
              <a:t> </a:t>
            </a:r>
            <a:r>
              <a:rPr sz="7350" spc="254" dirty="0"/>
              <a:t>Cases:</a:t>
            </a:r>
            <a:endParaRPr sz="7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310281" y="0"/>
            <a:ext cx="3978275" cy="10286365"/>
          </a:xfrm>
          <a:custGeom>
            <a:avLst/>
            <a:gdLst/>
            <a:ahLst/>
            <a:cxnLst/>
            <a:rect l="l" t="t" r="r" b="b"/>
            <a:pathLst>
              <a:path w="3978275" h="10286365">
                <a:moveTo>
                  <a:pt x="3977717" y="10286128"/>
                </a:moveTo>
                <a:lnTo>
                  <a:pt x="0" y="10286128"/>
                </a:lnTo>
                <a:lnTo>
                  <a:pt x="0" y="0"/>
                </a:lnTo>
                <a:lnTo>
                  <a:pt x="3977717" y="0"/>
                </a:lnTo>
                <a:lnTo>
                  <a:pt x="3977717" y="10286128"/>
                </a:lnTo>
                <a:close/>
              </a:path>
            </a:pathLst>
          </a:custGeom>
          <a:solidFill>
            <a:srgbClr val="9458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206567" y="4698737"/>
            <a:ext cx="384810" cy="349885"/>
            <a:chOff x="7206567" y="4698737"/>
            <a:chExt cx="384810" cy="349885"/>
          </a:xfrm>
        </p:grpSpPr>
        <p:sp>
          <p:nvSpPr>
            <p:cNvPr id="4" name="object 4"/>
            <p:cNvSpPr/>
            <p:nvPr/>
          </p:nvSpPr>
          <p:spPr>
            <a:xfrm>
              <a:off x="7206802" y="4698971"/>
              <a:ext cx="384175" cy="349885"/>
            </a:xfrm>
            <a:custGeom>
              <a:avLst/>
              <a:gdLst/>
              <a:ahLst/>
              <a:cxnLst/>
              <a:rect l="l" t="t" r="r" b="b"/>
              <a:pathLst>
                <a:path w="384175" h="349885">
                  <a:moveTo>
                    <a:pt x="113458" y="8608"/>
                  </a:moveTo>
                  <a:lnTo>
                    <a:pt x="149780" y="0"/>
                  </a:lnTo>
                  <a:lnTo>
                    <a:pt x="186800" y="1016"/>
                  </a:lnTo>
                  <a:lnTo>
                    <a:pt x="223339" y="9311"/>
                  </a:lnTo>
                  <a:lnTo>
                    <a:pt x="295477" y="42329"/>
                  </a:lnTo>
                  <a:lnTo>
                    <a:pt x="330172" y="66959"/>
                  </a:lnTo>
                  <a:lnTo>
                    <a:pt x="359331" y="97254"/>
                  </a:lnTo>
                  <a:lnTo>
                    <a:pt x="379982" y="134040"/>
                  </a:lnTo>
                  <a:lnTo>
                    <a:pt x="384117" y="150985"/>
                  </a:lnTo>
                  <a:lnTo>
                    <a:pt x="383041" y="168172"/>
                  </a:lnTo>
                  <a:lnTo>
                    <a:pt x="377269" y="184469"/>
                  </a:lnTo>
                  <a:lnTo>
                    <a:pt x="367314" y="198747"/>
                  </a:lnTo>
                  <a:lnTo>
                    <a:pt x="357111" y="204412"/>
                  </a:lnTo>
                  <a:lnTo>
                    <a:pt x="345690" y="206386"/>
                  </a:lnTo>
                  <a:lnTo>
                    <a:pt x="333805" y="206082"/>
                  </a:lnTo>
                  <a:lnTo>
                    <a:pt x="322211" y="204914"/>
                  </a:lnTo>
                  <a:lnTo>
                    <a:pt x="298968" y="195691"/>
                  </a:lnTo>
                  <a:lnTo>
                    <a:pt x="278897" y="181010"/>
                  </a:lnTo>
                  <a:lnTo>
                    <a:pt x="260242" y="163992"/>
                  </a:lnTo>
                  <a:lnTo>
                    <a:pt x="241249" y="147754"/>
                  </a:lnTo>
                  <a:lnTo>
                    <a:pt x="223774" y="132652"/>
                  </a:lnTo>
                  <a:lnTo>
                    <a:pt x="205265" y="118603"/>
                  </a:lnTo>
                  <a:lnTo>
                    <a:pt x="185243" y="107278"/>
                  </a:lnTo>
                  <a:lnTo>
                    <a:pt x="163228" y="100352"/>
                  </a:lnTo>
                  <a:lnTo>
                    <a:pt x="143276" y="100865"/>
                  </a:lnTo>
                  <a:lnTo>
                    <a:pt x="108441" y="119240"/>
                  </a:lnTo>
                  <a:lnTo>
                    <a:pt x="75856" y="158698"/>
                  </a:lnTo>
                  <a:lnTo>
                    <a:pt x="48190" y="215285"/>
                  </a:lnTo>
                  <a:lnTo>
                    <a:pt x="29867" y="270772"/>
                  </a:lnTo>
                  <a:lnTo>
                    <a:pt x="21357" y="296465"/>
                  </a:lnTo>
                  <a:lnTo>
                    <a:pt x="14851" y="322519"/>
                  </a:lnTo>
                  <a:lnTo>
                    <a:pt x="13150" y="349411"/>
                  </a:lnTo>
                  <a:lnTo>
                    <a:pt x="10133" y="324209"/>
                  </a:lnTo>
                  <a:lnTo>
                    <a:pt x="5950" y="299161"/>
                  </a:lnTo>
                  <a:lnTo>
                    <a:pt x="2080" y="274082"/>
                  </a:lnTo>
                  <a:lnTo>
                    <a:pt x="0" y="248789"/>
                  </a:lnTo>
                  <a:lnTo>
                    <a:pt x="41" y="215941"/>
                  </a:lnTo>
                  <a:lnTo>
                    <a:pt x="7624" y="150699"/>
                  </a:lnTo>
                  <a:lnTo>
                    <a:pt x="32084" y="85118"/>
                  </a:lnTo>
                  <a:lnTo>
                    <a:pt x="80919" y="27779"/>
                  </a:lnTo>
                  <a:lnTo>
                    <a:pt x="113458" y="860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06802" y="4698971"/>
              <a:ext cx="384175" cy="349885"/>
            </a:xfrm>
            <a:custGeom>
              <a:avLst/>
              <a:gdLst/>
              <a:ahLst/>
              <a:cxnLst/>
              <a:rect l="l" t="t" r="r" b="b"/>
              <a:pathLst>
                <a:path w="384175" h="349885">
                  <a:moveTo>
                    <a:pt x="13150" y="349411"/>
                  </a:moveTo>
                  <a:lnTo>
                    <a:pt x="10133" y="324209"/>
                  </a:lnTo>
                  <a:lnTo>
                    <a:pt x="5950" y="299161"/>
                  </a:lnTo>
                  <a:lnTo>
                    <a:pt x="2080" y="274082"/>
                  </a:lnTo>
                  <a:lnTo>
                    <a:pt x="0" y="248789"/>
                  </a:lnTo>
                  <a:lnTo>
                    <a:pt x="41" y="215941"/>
                  </a:lnTo>
                  <a:lnTo>
                    <a:pt x="2640" y="183184"/>
                  </a:lnTo>
                  <a:lnTo>
                    <a:pt x="14820" y="118667"/>
                  </a:lnTo>
                  <a:lnTo>
                    <a:pt x="53956" y="54052"/>
                  </a:lnTo>
                  <a:lnTo>
                    <a:pt x="113458" y="8608"/>
                  </a:lnTo>
                  <a:lnTo>
                    <a:pt x="149780" y="0"/>
                  </a:lnTo>
                  <a:lnTo>
                    <a:pt x="186800" y="1016"/>
                  </a:lnTo>
                  <a:lnTo>
                    <a:pt x="258217" y="22537"/>
                  </a:lnTo>
                  <a:lnTo>
                    <a:pt x="295477" y="42329"/>
                  </a:lnTo>
                  <a:lnTo>
                    <a:pt x="330172" y="66959"/>
                  </a:lnTo>
                  <a:lnTo>
                    <a:pt x="359331" y="97254"/>
                  </a:lnTo>
                  <a:lnTo>
                    <a:pt x="379982" y="134040"/>
                  </a:lnTo>
                  <a:lnTo>
                    <a:pt x="384117" y="150985"/>
                  </a:lnTo>
                  <a:lnTo>
                    <a:pt x="383041" y="168172"/>
                  </a:lnTo>
                  <a:lnTo>
                    <a:pt x="357111" y="204412"/>
                  </a:lnTo>
                  <a:lnTo>
                    <a:pt x="298968" y="195691"/>
                  </a:lnTo>
                  <a:lnTo>
                    <a:pt x="260242" y="163992"/>
                  </a:lnTo>
                  <a:lnTo>
                    <a:pt x="241249" y="147754"/>
                  </a:lnTo>
                  <a:lnTo>
                    <a:pt x="223774" y="132652"/>
                  </a:lnTo>
                  <a:lnTo>
                    <a:pt x="205265" y="118603"/>
                  </a:lnTo>
                  <a:lnTo>
                    <a:pt x="185243" y="107278"/>
                  </a:lnTo>
                  <a:lnTo>
                    <a:pt x="163228" y="100352"/>
                  </a:lnTo>
                  <a:lnTo>
                    <a:pt x="143276" y="100865"/>
                  </a:lnTo>
                  <a:lnTo>
                    <a:pt x="108441" y="119240"/>
                  </a:lnTo>
                  <a:lnTo>
                    <a:pt x="75856" y="158698"/>
                  </a:lnTo>
                  <a:lnTo>
                    <a:pt x="48190" y="215285"/>
                  </a:lnTo>
                  <a:lnTo>
                    <a:pt x="29867" y="270772"/>
                  </a:lnTo>
                  <a:lnTo>
                    <a:pt x="21357" y="296465"/>
                  </a:lnTo>
                  <a:lnTo>
                    <a:pt x="14851" y="322519"/>
                  </a:lnTo>
                  <a:lnTo>
                    <a:pt x="13150" y="3494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905268" y="4736357"/>
            <a:ext cx="1213485" cy="911860"/>
            <a:chOff x="6905268" y="4736357"/>
            <a:chExt cx="1213485" cy="9118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9387" y="4736357"/>
              <a:ext cx="213125" cy="2014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33096" y="4913468"/>
              <a:ext cx="385445" cy="295910"/>
            </a:xfrm>
            <a:custGeom>
              <a:avLst/>
              <a:gdLst/>
              <a:ahLst/>
              <a:cxnLst/>
              <a:rect l="l" t="t" r="r" b="b"/>
              <a:pathLst>
                <a:path w="385445" h="295910">
                  <a:moveTo>
                    <a:pt x="150566" y="295423"/>
                  </a:moveTo>
                  <a:lnTo>
                    <a:pt x="103562" y="279941"/>
                  </a:lnTo>
                  <a:lnTo>
                    <a:pt x="71447" y="254890"/>
                  </a:lnTo>
                  <a:lnTo>
                    <a:pt x="43949" y="224798"/>
                  </a:lnTo>
                  <a:lnTo>
                    <a:pt x="22043" y="190473"/>
                  </a:lnTo>
                  <a:lnTo>
                    <a:pt x="6706" y="152722"/>
                  </a:lnTo>
                  <a:lnTo>
                    <a:pt x="0" y="107882"/>
                  </a:lnTo>
                  <a:lnTo>
                    <a:pt x="3852" y="85550"/>
                  </a:lnTo>
                  <a:lnTo>
                    <a:pt x="28601" y="49064"/>
                  </a:lnTo>
                  <a:lnTo>
                    <a:pt x="48869" y="42138"/>
                  </a:lnTo>
                  <a:lnTo>
                    <a:pt x="60423" y="44673"/>
                  </a:lnTo>
                  <a:lnTo>
                    <a:pt x="102645" y="89253"/>
                  </a:lnTo>
                  <a:lnTo>
                    <a:pt x="122639" y="140680"/>
                  </a:lnTo>
                  <a:lnTo>
                    <a:pt x="134497" y="165474"/>
                  </a:lnTo>
                  <a:lnTo>
                    <a:pt x="147876" y="180883"/>
                  </a:lnTo>
                  <a:lnTo>
                    <a:pt x="164208" y="193976"/>
                  </a:lnTo>
                  <a:lnTo>
                    <a:pt x="182842" y="201002"/>
                  </a:lnTo>
                  <a:lnTo>
                    <a:pt x="203125" y="198205"/>
                  </a:lnTo>
                  <a:lnTo>
                    <a:pt x="250030" y="170759"/>
                  </a:lnTo>
                  <a:lnTo>
                    <a:pt x="292233" y="136204"/>
                  </a:lnTo>
                  <a:lnTo>
                    <a:pt x="336833" y="85329"/>
                  </a:lnTo>
                  <a:lnTo>
                    <a:pt x="369931" y="26118"/>
                  </a:lnTo>
                  <a:lnTo>
                    <a:pt x="377229" y="164"/>
                  </a:lnTo>
                  <a:lnTo>
                    <a:pt x="381314" y="0"/>
                  </a:lnTo>
                  <a:lnTo>
                    <a:pt x="383387" y="37"/>
                  </a:lnTo>
                  <a:lnTo>
                    <a:pt x="383577" y="13583"/>
                  </a:lnTo>
                  <a:lnTo>
                    <a:pt x="384613" y="27120"/>
                  </a:lnTo>
                  <a:lnTo>
                    <a:pt x="379335" y="77011"/>
                  </a:lnTo>
                  <a:lnTo>
                    <a:pt x="363352" y="120933"/>
                  </a:lnTo>
                  <a:lnTo>
                    <a:pt x="326575" y="189309"/>
                  </a:lnTo>
                  <a:lnTo>
                    <a:pt x="291076" y="230517"/>
                  </a:lnTo>
                  <a:lnTo>
                    <a:pt x="248392" y="264146"/>
                  </a:lnTo>
                  <a:lnTo>
                    <a:pt x="199884" y="288566"/>
                  </a:lnTo>
                  <a:lnTo>
                    <a:pt x="175625" y="294501"/>
                  </a:lnTo>
                  <a:lnTo>
                    <a:pt x="150566" y="295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33096" y="4913468"/>
              <a:ext cx="385445" cy="295910"/>
            </a:xfrm>
            <a:custGeom>
              <a:avLst/>
              <a:gdLst/>
              <a:ahLst/>
              <a:cxnLst/>
              <a:rect l="l" t="t" r="r" b="b"/>
              <a:pathLst>
                <a:path w="385445" h="295910">
                  <a:moveTo>
                    <a:pt x="377229" y="164"/>
                  </a:moveTo>
                  <a:lnTo>
                    <a:pt x="379260" y="51"/>
                  </a:lnTo>
                  <a:lnTo>
                    <a:pt x="381314" y="0"/>
                  </a:lnTo>
                  <a:lnTo>
                    <a:pt x="383387" y="37"/>
                  </a:lnTo>
                  <a:lnTo>
                    <a:pt x="383577" y="13583"/>
                  </a:lnTo>
                  <a:lnTo>
                    <a:pt x="384613" y="27120"/>
                  </a:lnTo>
                  <a:lnTo>
                    <a:pt x="379335" y="77011"/>
                  </a:lnTo>
                  <a:lnTo>
                    <a:pt x="363352" y="120933"/>
                  </a:lnTo>
                  <a:lnTo>
                    <a:pt x="326575" y="189309"/>
                  </a:lnTo>
                  <a:lnTo>
                    <a:pt x="291076" y="230517"/>
                  </a:lnTo>
                  <a:lnTo>
                    <a:pt x="248392" y="264146"/>
                  </a:lnTo>
                  <a:lnTo>
                    <a:pt x="199884" y="288566"/>
                  </a:lnTo>
                  <a:lnTo>
                    <a:pt x="150566" y="295423"/>
                  </a:lnTo>
                  <a:lnTo>
                    <a:pt x="126085" y="290760"/>
                  </a:lnTo>
                  <a:lnTo>
                    <a:pt x="71447" y="254890"/>
                  </a:lnTo>
                  <a:lnTo>
                    <a:pt x="43949" y="224798"/>
                  </a:lnTo>
                  <a:lnTo>
                    <a:pt x="22043" y="190473"/>
                  </a:lnTo>
                  <a:lnTo>
                    <a:pt x="6706" y="152722"/>
                  </a:lnTo>
                  <a:lnTo>
                    <a:pt x="0" y="107882"/>
                  </a:lnTo>
                  <a:lnTo>
                    <a:pt x="3852" y="85550"/>
                  </a:lnTo>
                  <a:lnTo>
                    <a:pt x="28601" y="49064"/>
                  </a:lnTo>
                  <a:lnTo>
                    <a:pt x="71072" y="49750"/>
                  </a:lnTo>
                  <a:lnTo>
                    <a:pt x="102645" y="89253"/>
                  </a:lnTo>
                  <a:lnTo>
                    <a:pt x="122639" y="140680"/>
                  </a:lnTo>
                  <a:lnTo>
                    <a:pt x="134497" y="165474"/>
                  </a:lnTo>
                  <a:lnTo>
                    <a:pt x="147876" y="180883"/>
                  </a:lnTo>
                  <a:lnTo>
                    <a:pt x="164208" y="193976"/>
                  </a:lnTo>
                  <a:lnTo>
                    <a:pt x="182842" y="201002"/>
                  </a:lnTo>
                  <a:lnTo>
                    <a:pt x="203125" y="198205"/>
                  </a:lnTo>
                  <a:lnTo>
                    <a:pt x="250030" y="170759"/>
                  </a:lnTo>
                  <a:lnTo>
                    <a:pt x="292233" y="136204"/>
                  </a:lnTo>
                  <a:lnTo>
                    <a:pt x="336833" y="85329"/>
                  </a:lnTo>
                  <a:lnTo>
                    <a:pt x="369931" y="26118"/>
                  </a:lnTo>
                  <a:lnTo>
                    <a:pt x="377229" y="16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33096" y="4913468"/>
              <a:ext cx="385445" cy="295910"/>
            </a:xfrm>
            <a:custGeom>
              <a:avLst/>
              <a:gdLst/>
              <a:ahLst/>
              <a:cxnLst/>
              <a:rect l="l" t="t" r="r" b="b"/>
              <a:pathLst>
                <a:path w="385445" h="295910">
                  <a:moveTo>
                    <a:pt x="150566" y="295423"/>
                  </a:moveTo>
                  <a:lnTo>
                    <a:pt x="103562" y="279941"/>
                  </a:lnTo>
                  <a:lnTo>
                    <a:pt x="71447" y="254890"/>
                  </a:lnTo>
                  <a:lnTo>
                    <a:pt x="43949" y="224798"/>
                  </a:lnTo>
                  <a:lnTo>
                    <a:pt x="22043" y="190473"/>
                  </a:lnTo>
                  <a:lnTo>
                    <a:pt x="6706" y="152722"/>
                  </a:lnTo>
                  <a:lnTo>
                    <a:pt x="0" y="107882"/>
                  </a:lnTo>
                  <a:lnTo>
                    <a:pt x="3852" y="85550"/>
                  </a:lnTo>
                  <a:lnTo>
                    <a:pt x="28601" y="49064"/>
                  </a:lnTo>
                  <a:lnTo>
                    <a:pt x="48869" y="42138"/>
                  </a:lnTo>
                  <a:lnTo>
                    <a:pt x="60423" y="44673"/>
                  </a:lnTo>
                  <a:lnTo>
                    <a:pt x="102645" y="89253"/>
                  </a:lnTo>
                  <a:lnTo>
                    <a:pt x="122639" y="140680"/>
                  </a:lnTo>
                  <a:lnTo>
                    <a:pt x="134497" y="165474"/>
                  </a:lnTo>
                  <a:lnTo>
                    <a:pt x="147876" y="180883"/>
                  </a:lnTo>
                  <a:lnTo>
                    <a:pt x="164208" y="193976"/>
                  </a:lnTo>
                  <a:lnTo>
                    <a:pt x="182842" y="201002"/>
                  </a:lnTo>
                  <a:lnTo>
                    <a:pt x="203125" y="198205"/>
                  </a:lnTo>
                  <a:lnTo>
                    <a:pt x="250030" y="170759"/>
                  </a:lnTo>
                  <a:lnTo>
                    <a:pt x="292233" y="136204"/>
                  </a:lnTo>
                  <a:lnTo>
                    <a:pt x="336833" y="85329"/>
                  </a:lnTo>
                  <a:lnTo>
                    <a:pt x="369931" y="26118"/>
                  </a:lnTo>
                  <a:lnTo>
                    <a:pt x="377229" y="164"/>
                  </a:lnTo>
                  <a:lnTo>
                    <a:pt x="381314" y="0"/>
                  </a:lnTo>
                  <a:lnTo>
                    <a:pt x="383387" y="37"/>
                  </a:lnTo>
                  <a:lnTo>
                    <a:pt x="383577" y="13583"/>
                  </a:lnTo>
                  <a:lnTo>
                    <a:pt x="384613" y="27120"/>
                  </a:lnTo>
                  <a:lnTo>
                    <a:pt x="379335" y="77011"/>
                  </a:lnTo>
                  <a:lnTo>
                    <a:pt x="363352" y="120933"/>
                  </a:lnTo>
                  <a:lnTo>
                    <a:pt x="326575" y="189309"/>
                  </a:lnTo>
                  <a:lnTo>
                    <a:pt x="291076" y="230517"/>
                  </a:lnTo>
                  <a:lnTo>
                    <a:pt x="248392" y="264146"/>
                  </a:lnTo>
                  <a:lnTo>
                    <a:pt x="199884" y="288566"/>
                  </a:lnTo>
                  <a:lnTo>
                    <a:pt x="175625" y="294501"/>
                  </a:lnTo>
                  <a:lnTo>
                    <a:pt x="150566" y="295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05502" y="5090320"/>
              <a:ext cx="725170" cy="557530"/>
            </a:xfrm>
            <a:custGeom>
              <a:avLst/>
              <a:gdLst/>
              <a:ahLst/>
              <a:cxnLst/>
              <a:rect l="l" t="t" r="r" b="b"/>
              <a:pathLst>
                <a:path w="725170" h="557529">
                  <a:moveTo>
                    <a:pt x="366268" y="12916"/>
                  </a:moveTo>
                  <a:lnTo>
                    <a:pt x="382780" y="3530"/>
                  </a:lnTo>
                  <a:lnTo>
                    <a:pt x="401383" y="0"/>
                  </a:lnTo>
                  <a:lnTo>
                    <a:pt x="420596" y="1225"/>
                  </a:lnTo>
                  <a:lnTo>
                    <a:pt x="438939" y="6106"/>
                  </a:lnTo>
                  <a:lnTo>
                    <a:pt x="456598" y="13258"/>
                  </a:lnTo>
                  <a:lnTo>
                    <a:pt x="474300" y="20380"/>
                  </a:lnTo>
                  <a:lnTo>
                    <a:pt x="532636" y="54184"/>
                  </a:lnTo>
                  <a:lnTo>
                    <a:pt x="579280" y="90216"/>
                  </a:lnTo>
                  <a:lnTo>
                    <a:pt x="601079" y="110039"/>
                  </a:lnTo>
                  <a:lnTo>
                    <a:pt x="624578" y="129974"/>
                  </a:lnTo>
                  <a:lnTo>
                    <a:pt x="668275" y="173399"/>
                  </a:lnTo>
                  <a:lnTo>
                    <a:pt x="701987" y="214253"/>
                  </a:lnTo>
                  <a:lnTo>
                    <a:pt x="722473" y="253356"/>
                  </a:lnTo>
                  <a:lnTo>
                    <a:pt x="724972" y="275397"/>
                  </a:lnTo>
                  <a:lnTo>
                    <a:pt x="710379" y="306565"/>
                  </a:lnTo>
                  <a:lnTo>
                    <a:pt x="662394" y="355886"/>
                  </a:lnTo>
                  <a:lnTo>
                    <a:pt x="592785" y="391654"/>
                  </a:lnTo>
                  <a:lnTo>
                    <a:pt x="550821" y="405047"/>
                  </a:lnTo>
                  <a:lnTo>
                    <a:pt x="508179" y="416500"/>
                  </a:lnTo>
                  <a:lnTo>
                    <a:pt x="465657" y="428072"/>
                  </a:lnTo>
                  <a:lnTo>
                    <a:pt x="428434" y="436717"/>
                  </a:lnTo>
                  <a:lnTo>
                    <a:pt x="390482" y="441514"/>
                  </a:lnTo>
                  <a:lnTo>
                    <a:pt x="368970" y="443252"/>
                  </a:lnTo>
                  <a:lnTo>
                    <a:pt x="347431" y="445189"/>
                  </a:lnTo>
                  <a:lnTo>
                    <a:pt x="325896" y="445884"/>
                  </a:lnTo>
                  <a:lnTo>
                    <a:pt x="304394" y="443901"/>
                  </a:lnTo>
                  <a:lnTo>
                    <a:pt x="318787" y="435111"/>
                  </a:lnTo>
                  <a:lnTo>
                    <a:pt x="334074" y="428033"/>
                  </a:lnTo>
                  <a:lnTo>
                    <a:pt x="349703" y="421603"/>
                  </a:lnTo>
                  <a:lnTo>
                    <a:pt x="365119" y="414758"/>
                  </a:lnTo>
                  <a:lnTo>
                    <a:pt x="407994" y="394859"/>
                  </a:lnTo>
                  <a:lnTo>
                    <a:pt x="450091" y="373349"/>
                  </a:lnTo>
                  <a:lnTo>
                    <a:pt x="491909" y="351258"/>
                  </a:lnTo>
                  <a:lnTo>
                    <a:pt x="533947" y="329621"/>
                  </a:lnTo>
                  <a:lnTo>
                    <a:pt x="551635" y="320261"/>
                  </a:lnTo>
                  <a:lnTo>
                    <a:pt x="568272" y="309180"/>
                  </a:lnTo>
                  <a:lnTo>
                    <a:pt x="582989" y="295853"/>
                  </a:lnTo>
                  <a:lnTo>
                    <a:pt x="594921" y="279749"/>
                  </a:lnTo>
                  <a:lnTo>
                    <a:pt x="594189" y="274571"/>
                  </a:lnTo>
                  <a:lnTo>
                    <a:pt x="593476" y="269407"/>
                  </a:lnTo>
                  <a:lnTo>
                    <a:pt x="551622" y="234291"/>
                  </a:lnTo>
                  <a:lnTo>
                    <a:pt x="536456" y="226528"/>
                  </a:lnTo>
                  <a:lnTo>
                    <a:pt x="518030" y="240610"/>
                  </a:lnTo>
                  <a:lnTo>
                    <a:pt x="499097" y="254023"/>
                  </a:lnTo>
                  <a:lnTo>
                    <a:pt x="480516" y="267866"/>
                  </a:lnTo>
                  <a:lnTo>
                    <a:pt x="463148" y="283238"/>
                  </a:lnTo>
                  <a:lnTo>
                    <a:pt x="416881" y="315284"/>
                  </a:lnTo>
                  <a:lnTo>
                    <a:pt x="369055" y="344944"/>
                  </a:lnTo>
                  <a:lnTo>
                    <a:pt x="320495" y="373469"/>
                  </a:lnTo>
                  <a:lnTo>
                    <a:pt x="272024" y="402109"/>
                  </a:lnTo>
                  <a:lnTo>
                    <a:pt x="229149" y="426979"/>
                  </a:lnTo>
                  <a:lnTo>
                    <a:pt x="186746" y="452664"/>
                  </a:lnTo>
                  <a:lnTo>
                    <a:pt x="144511" y="478637"/>
                  </a:lnTo>
                  <a:lnTo>
                    <a:pt x="102139" y="504372"/>
                  </a:lnTo>
                  <a:lnTo>
                    <a:pt x="59326" y="529340"/>
                  </a:lnTo>
                  <a:lnTo>
                    <a:pt x="15767" y="553016"/>
                  </a:lnTo>
                  <a:lnTo>
                    <a:pt x="0" y="557312"/>
                  </a:lnTo>
                  <a:lnTo>
                    <a:pt x="26225" y="530525"/>
                  </a:lnTo>
                  <a:lnTo>
                    <a:pt x="53444" y="504720"/>
                  </a:lnTo>
                  <a:lnTo>
                    <a:pt x="80566" y="478819"/>
                  </a:lnTo>
                  <a:lnTo>
                    <a:pt x="106498" y="451747"/>
                  </a:lnTo>
                  <a:lnTo>
                    <a:pt x="142571" y="414026"/>
                  </a:lnTo>
                  <a:lnTo>
                    <a:pt x="178838" y="376491"/>
                  </a:lnTo>
                  <a:lnTo>
                    <a:pt x="215496" y="339342"/>
                  </a:lnTo>
                  <a:lnTo>
                    <a:pt x="252739" y="302776"/>
                  </a:lnTo>
                  <a:lnTo>
                    <a:pt x="292158" y="264245"/>
                  </a:lnTo>
                  <a:lnTo>
                    <a:pt x="330935" y="225081"/>
                  </a:lnTo>
                  <a:lnTo>
                    <a:pt x="368985" y="185213"/>
                  </a:lnTo>
                  <a:lnTo>
                    <a:pt x="406222" y="144571"/>
                  </a:lnTo>
                  <a:lnTo>
                    <a:pt x="389983" y="130296"/>
                  </a:lnTo>
                  <a:lnTo>
                    <a:pt x="373965" y="115345"/>
                  </a:lnTo>
                  <a:lnTo>
                    <a:pt x="360648" y="98481"/>
                  </a:lnTo>
                  <a:lnTo>
                    <a:pt x="352513" y="78462"/>
                  </a:lnTo>
                  <a:lnTo>
                    <a:pt x="349859" y="61268"/>
                  </a:lnTo>
                  <a:lnTo>
                    <a:pt x="351067" y="43793"/>
                  </a:lnTo>
                  <a:lnTo>
                    <a:pt x="356436" y="27266"/>
                  </a:lnTo>
                  <a:lnTo>
                    <a:pt x="366268" y="1291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05502" y="5090320"/>
              <a:ext cx="725170" cy="557530"/>
            </a:xfrm>
            <a:custGeom>
              <a:avLst/>
              <a:gdLst/>
              <a:ahLst/>
              <a:cxnLst/>
              <a:rect l="l" t="t" r="r" b="b"/>
              <a:pathLst>
                <a:path w="725170" h="557529">
                  <a:moveTo>
                    <a:pt x="0" y="557312"/>
                  </a:moveTo>
                  <a:lnTo>
                    <a:pt x="26225" y="530525"/>
                  </a:lnTo>
                  <a:lnTo>
                    <a:pt x="53444" y="504720"/>
                  </a:lnTo>
                  <a:lnTo>
                    <a:pt x="80566" y="478819"/>
                  </a:lnTo>
                  <a:lnTo>
                    <a:pt x="142571" y="414026"/>
                  </a:lnTo>
                  <a:lnTo>
                    <a:pt x="178838" y="376491"/>
                  </a:lnTo>
                  <a:lnTo>
                    <a:pt x="215496" y="339342"/>
                  </a:lnTo>
                  <a:lnTo>
                    <a:pt x="252739" y="302776"/>
                  </a:lnTo>
                  <a:lnTo>
                    <a:pt x="292158" y="264245"/>
                  </a:lnTo>
                  <a:lnTo>
                    <a:pt x="330935" y="225081"/>
                  </a:lnTo>
                  <a:lnTo>
                    <a:pt x="368985" y="185213"/>
                  </a:lnTo>
                  <a:lnTo>
                    <a:pt x="406222" y="144571"/>
                  </a:lnTo>
                  <a:lnTo>
                    <a:pt x="389983" y="130296"/>
                  </a:lnTo>
                  <a:lnTo>
                    <a:pt x="373965" y="115345"/>
                  </a:lnTo>
                  <a:lnTo>
                    <a:pt x="360648" y="98481"/>
                  </a:lnTo>
                  <a:lnTo>
                    <a:pt x="352513" y="78462"/>
                  </a:lnTo>
                  <a:lnTo>
                    <a:pt x="349859" y="61268"/>
                  </a:lnTo>
                  <a:lnTo>
                    <a:pt x="351067" y="43793"/>
                  </a:lnTo>
                  <a:lnTo>
                    <a:pt x="356436" y="27266"/>
                  </a:lnTo>
                  <a:lnTo>
                    <a:pt x="366268" y="12916"/>
                  </a:lnTo>
                  <a:lnTo>
                    <a:pt x="382780" y="3530"/>
                  </a:lnTo>
                  <a:lnTo>
                    <a:pt x="401383" y="0"/>
                  </a:lnTo>
                  <a:lnTo>
                    <a:pt x="420596" y="1225"/>
                  </a:lnTo>
                  <a:lnTo>
                    <a:pt x="474300" y="20380"/>
                  </a:lnTo>
                  <a:lnTo>
                    <a:pt x="532636" y="54184"/>
                  </a:lnTo>
                  <a:lnTo>
                    <a:pt x="579280" y="90216"/>
                  </a:lnTo>
                  <a:lnTo>
                    <a:pt x="601079" y="110039"/>
                  </a:lnTo>
                  <a:lnTo>
                    <a:pt x="624578" y="129974"/>
                  </a:lnTo>
                  <a:lnTo>
                    <a:pt x="668275" y="173399"/>
                  </a:lnTo>
                  <a:lnTo>
                    <a:pt x="701987" y="214253"/>
                  </a:lnTo>
                  <a:lnTo>
                    <a:pt x="722473" y="253356"/>
                  </a:lnTo>
                  <a:lnTo>
                    <a:pt x="724972" y="275397"/>
                  </a:lnTo>
                  <a:lnTo>
                    <a:pt x="710379" y="306565"/>
                  </a:lnTo>
                  <a:lnTo>
                    <a:pt x="662394" y="355886"/>
                  </a:lnTo>
                  <a:lnTo>
                    <a:pt x="592785" y="391654"/>
                  </a:lnTo>
                  <a:lnTo>
                    <a:pt x="550821" y="405047"/>
                  </a:lnTo>
                  <a:lnTo>
                    <a:pt x="508179" y="416500"/>
                  </a:lnTo>
                  <a:lnTo>
                    <a:pt x="447204" y="433103"/>
                  </a:lnTo>
                  <a:lnTo>
                    <a:pt x="428434" y="436717"/>
                  </a:lnTo>
                  <a:lnTo>
                    <a:pt x="409481" y="439369"/>
                  </a:lnTo>
                  <a:lnTo>
                    <a:pt x="390482" y="441514"/>
                  </a:lnTo>
                  <a:lnTo>
                    <a:pt x="368970" y="443252"/>
                  </a:lnTo>
                  <a:lnTo>
                    <a:pt x="347431" y="445189"/>
                  </a:lnTo>
                  <a:lnTo>
                    <a:pt x="325896" y="445884"/>
                  </a:lnTo>
                  <a:lnTo>
                    <a:pt x="304394" y="443901"/>
                  </a:lnTo>
                  <a:lnTo>
                    <a:pt x="318787" y="435111"/>
                  </a:lnTo>
                  <a:lnTo>
                    <a:pt x="334074" y="428033"/>
                  </a:lnTo>
                  <a:lnTo>
                    <a:pt x="349703" y="421603"/>
                  </a:lnTo>
                  <a:lnTo>
                    <a:pt x="365119" y="414758"/>
                  </a:lnTo>
                  <a:lnTo>
                    <a:pt x="407994" y="394859"/>
                  </a:lnTo>
                  <a:lnTo>
                    <a:pt x="450091" y="373349"/>
                  </a:lnTo>
                  <a:lnTo>
                    <a:pt x="491909" y="351258"/>
                  </a:lnTo>
                  <a:lnTo>
                    <a:pt x="533947" y="329621"/>
                  </a:lnTo>
                  <a:lnTo>
                    <a:pt x="551635" y="320261"/>
                  </a:lnTo>
                  <a:lnTo>
                    <a:pt x="568272" y="309180"/>
                  </a:lnTo>
                  <a:lnTo>
                    <a:pt x="582989" y="295853"/>
                  </a:lnTo>
                  <a:lnTo>
                    <a:pt x="594921" y="279749"/>
                  </a:lnTo>
                  <a:lnTo>
                    <a:pt x="592787" y="264258"/>
                  </a:lnTo>
                  <a:lnTo>
                    <a:pt x="580083" y="252888"/>
                  </a:lnTo>
                  <a:lnTo>
                    <a:pt x="566263" y="242989"/>
                  </a:lnTo>
                  <a:lnTo>
                    <a:pt x="551622" y="234291"/>
                  </a:lnTo>
                  <a:lnTo>
                    <a:pt x="536456" y="226528"/>
                  </a:lnTo>
                  <a:lnTo>
                    <a:pt x="518030" y="240610"/>
                  </a:lnTo>
                  <a:lnTo>
                    <a:pt x="499097" y="254023"/>
                  </a:lnTo>
                  <a:lnTo>
                    <a:pt x="480516" y="267866"/>
                  </a:lnTo>
                  <a:lnTo>
                    <a:pt x="463148" y="283238"/>
                  </a:lnTo>
                  <a:lnTo>
                    <a:pt x="416881" y="315284"/>
                  </a:lnTo>
                  <a:lnTo>
                    <a:pt x="369055" y="344944"/>
                  </a:lnTo>
                  <a:lnTo>
                    <a:pt x="320495" y="373469"/>
                  </a:lnTo>
                  <a:lnTo>
                    <a:pt x="272024" y="402109"/>
                  </a:lnTo>
                  <a:lnTo>
                    <a:pt x="229149" y="426979"/>
                  </a:lnTo>
                  <a:lnTo>
                    <a:pt x="186746" y="452664"/>
                  </a:lnTo>
                  <a:lnTo>
                    <a:pt x="144511" y="478637"/>
                  </a:lnTo>
                  <a:lnTo>
                    <a:pt x="102139" y="504372"/>
                  </a:lnTo>
                  <a:lnTo>
                    <a:pt x="59326" y="529340"/>
                  </a:lnTo>
                  <a:lnTo>
                    <a:pt x="15767" y="553016"/>
                  </a:lnTo>
                  <a:lnTo>
                    <a:pt x="10636" y="554855"/>
                  </a:lnTo>
                  <a:lnTo>
                    <a:pt x="5379" y="556285"/>
                  </a:lnTo>
                  <a:lnTo>
                    <a:pt x="0" y="5573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9753600" y="0"/>
            <a:ext cx="3844925" cy="1129030"/>
          </a:xfrm>
          <a:custGeom>
            <a:avLst/>
            <a:gdLst/>
            <a:ahLst/>
            <a:cxnLst/>
            <a:rect l="l" t="t" r="r" b="b"/>
            <a:pathLst>
              <a:path w="3844925" h="1129030">
                <a:moveTo>
                  <a:pt x="582395" y="481050"/>
                </a:moveTo>
                <a:lnTo>
                  <a:pt x="390199" y="481050"/>
                </a:lnTo>
                <a:lnTo>
                  <a:pt x="356491" y="468350"/>
                </a:lnTo>
                <a:lnTo>
                  <a:pt x="293609" y="442950"/>
                </a:lnTo>
                <a:lnTo>
                  <a:pt x="236608" y="404850"/>
                </a:lnTo>
                <a:lnTo>
                  <a:pt x="210251" y="379450"/>
                </a:lnTo>
                <a:lnTo>
                  <a:pt x="185290" y="366750"/>
                </a:lnTo>
                <a:lnTo>
                  <a:pt x="161700" y="328650"/>
                </a:lnTo>
                <a:lnTo>
                  <a:pt x="139458" y="303250"/>
                </a:lnTo>
                <a:lnTo>
                  <a:pt x="118537" y="277850"/>
                </a:lnTo>
                <a:lnTo>
                  <a:pt x="98913" y="239750"/>
                </a:lnTo>
                <a:lnTo>
                  <a:pt x="80562" y="214350"/>
                </a:lnTo>
                <a:lnTo>
                  <a:pt x="63459" y="176250"/>
                </a:lnTo>
                <a:lnTo>
                  <a:pt x="47579" y="138150"/>
                </a:lnTo>
                <a:lnTo>
                  <a:pt x="32898" y="100050"/>
                </a:lnTo>
                <a:lnTo>
                  <a:pt x="19390" y="61950"/>
                </a:lnTo>
                <a:lnTo>
                  <a:pt x="7032" y="23850"/>
                </a:lnTo>
                <a:lnTo>
                  <a:pt x="0" y="0"/>
                </a:lnTo>
                <a:lnTo>
                  <a:pt x="3835038" y="0"/>
                </a:lnTo>
                <a:lnTo>
                  <a:pt x="3836714" y="11150"/>
                </a:lnTo>
                <a:lnTo>
                  <a:pt x="3841836" y="61950"/>
                </a:lnTo>
                <a:lnTo>
                  <a:pt x="3844470" y="112750"/>
                </a:lnTo>
                <a:lnTo>
                  <a:pt x="3844554" y="138150"/>
                </a:lnTo>
                <a:lnTo>
                  <a:pt x="3844638" y="163550"/>
                </a:lnTo>
                <a:lnTo>
                  <a:pt x="3842364" y="214350"/>
                </a:lnTo>
                <a:lnTo>
                  <a:pt x="3837671" y="252450"/>
                </a:lnTo>
                <a:lnTo>
                  <a:pt x="3830582" y="303250"/>
                </a:lnTo>
                <a:lnTo>
                  <a:pt x="3823486" y="341350"/>
                </a:lnTo>
                <a:lnTo>
                  <a:pt x="952584" y="341350"/>
                </a:lnTo>
                <a:lnTo>
                  <a:pt x="857155" y="366750"/>
                </a:lnTo>
                <a:lnTo>
                  <a:pt x="810224" y="392150"/>
                </a:lnTo>
                <a:lnTo>
                  <a:pt x="763708" y="404850"/>
                </a:lnTo>
                <a:lnTo>
                  <a:pt x="670775" y="455650"/>
                </a:lnTo>
                <a:lnTo>
                  <a:pt x="625739" y="468350"/>
                </a:lnTo>
                <a:lnTo>
                  <a:pt x="582395" y="481050"/>
                </a:lnTo>
                <a:close/>
              </a:path>
              <a:path w="3844925" h="1129030">
                <a:moveTo>
                  <a:pt x="2892892" y="1128750"/>
                </a:moveTo>
                <a:lnTo>
                  <a:pt x="2510465" y="1128750"/>
                </a:lnTo>
                <a:lnTo>
                  <a:pt x="2463590" y="1116050"/>
                </a:lnTo>
                <a:lnTo>
                  <a:pt x="2411139" y="1116050"/>
                </a:lnTo>
                <a:lnTo>
                  <a:pt x="2258525" y="1077950"/>
                </a:lnTo>
                <a:lnTo>
                  <a:pt x="2209163" y="1077950"/>
                </a:lnTo>
                <a:lnTo>
                  <a:pt x="2160523" y="1052550"/>
                </a:lnTo>
                <a:lnTo>
                  <a:pt x="2018716" y="1014450"/>
                </a:lnTo>
                <a:lnTo>
                  <a:pt x="1972751" y="989050"/>
                </a:lnTo>
                <a:lnTo>
                  <a:pt x="1927402" y="976350"/>
                </a:lnTo>
                <a:lnTo>
                  <a:pt x="1882649" y="950950"/>
                </a:lnTo>
                <a:lnTo>
                  <a:pt x="1838472" y="938250"/>
                </a:lnTo>
                <a:lnTo>
                  <a:pt x="1751761" y="887450"/>
                </a:lnTo>
                <a:lnTo>
                  <a:pt x="1667103" y="836650"/>
                </a:lnTo>
                <a:lnTo>
                  <a:pt x="1625493" y="811250"/>
                </a:lnTo>
                <a:lnTo>
                  <a:pt x="1584333" y="773150"/>
                </a:lnTo>
                <a:lnTo>
                  <a:pt x="1543604" y="747750"/>
                </a:lnTo>
                <a:lnTo>
                  <a:pt x="1503285" y="709650"/>
                </a:lnTo>
                <a:lnTo>
                  <a:pt x="1463354" y="684250"/>
                </a:lnTo>
                <a:lnTo>
                  <a:pt x="1384578" y="608050"/>
                </a:lnTo>
                <a:lnTo>
                  <a:pt x="1351852" y="582650"/>
                </a:lnTo>
                <a:lnTo>
                  <a:pt x="1318951" y="544550"/>
                </a:lnTo>
                <a:lnTo>
                  <a:pt x="1285570" y="506450"/>
                </a:lnTo>
                <a:lnTo>
                  <a:pt x="1251406" y="468350"/>
                </a:lnTo>
                <a:lnTo>
                  <a:pt x="1216155" y="442950"/>
                </a:lnTo>
                <a:lnTo>
                  <a:pt x="1179513" y="404850"/>
                </a:lnTo>
                <a:lnTo>
                  <a:pt x="1141177" y="379450"/>
                </a:lnTo>
                <a:lnTo>
                  <a:pt x="1100843" y="354050"/>
                </a:lnTo>
                <a:lnTo>
                  <a:pt x="1050634" y="341350"/>
                </a:lnTo>
                <a:lnTo>
                  <a:pt x="3823486" y="341350"/>
                </a:lnTo>
                <a:lnTo>
                  <a:pt x="3821121" y="354050"/>
                </a:lnTo>
                <a:lnTo>
                  <a:pt x="3809311" y="404850"/>
                </a:lnTo>
                <a:lnTo>
                  <a:pt x="3795175" y="455650"/>
                </a:lnTo>
                <a:lnTo>
                  <a:pt x="3778737" y="493750"/>
                </a:lnTo>
                <a:lnTo>
                  <a:pt x="3760021" y="544550"/>
                </a:lnTo>
                <a:lnTo>
                  <a:pt x="3739048" y="582650"/>
                </a:lnTo>
                <a:lnTo>
                  <a:pt x="3715843" y="633450"/>
                </a:lnTo>
                <a:lnTo>
                  <a:pt x="3690066" y="671550"/>
                </a:lnTo>
                <a:lnTo>
                  <a:pt x="3662441" y="709650"/>
                </a:lnTo>
                <a:lnTo>
                  <a:pt x="3633047" y="747750"/>
                </a:lnTo>
                <a:lnTo>
                  <a:pt x="3601966" y="785850"/>
                </a:lnTo>
                <a:lnTo>
                  <a:pt x="3569277" y="823950"/>
                </a:lnTo>
                <a:lnTo>
                  <a:pt x="3535060" y="849350"/>
                </a:lnTo>
                <a:lnTo>
                  <a:pt x="3499396" y="887450"/>
                </a:lnTo>
                <a:lnTo>
                  <a:pt x="3462363" y="912850"/>
                </a:lnTo>
                <a:lnTo>
                  <a:pt x="3424043" y="938250"/>
                </a:lnTo>
                <a:lnTo>
                  <a:pt x="3384516" y="963650"/>
                </a:lnTo>
                <a:lnTo>
                  <a:pt x="3343860" y="989050"/>
                </a:lnTo>
                <a:lnTo>
                  <a:pt x="3302157" y="1014450"/>
                </a:lnTo>
                <a:lnTo>
                  <a:pt x="3215929" y="1039850"/>
                </a:lnTo>
                <a:lnTo>
                  <a:pt x="3171563" y="1065250"/>
                </a:lnTo>
                <a:lnTo>
                  <a:pt x="3034421" y="1103350"/>
                </a:lnTo>
                <a:lnTo>
                  <a:pt x="2987625" y="1103350"/>
                </a:lnTo>
                <a:lnTo>
                  <a:pt x="2892892" y="1128750"/>
                </a:lnTo>
                <a:close/>
              </a:path>
              <a:path w="3844925" h="1129030">
                <a:moveTo>
                  <a:pt x="462272" y="493750"/>
                </a:moveTo>
                <a:lnTo>
                  <a:pt x="425451" y="481050"/>
                </a:lnTo>
                <a:lnTo>
                  <a:pt x="500686" y="481050"/>
                </a:lnTo>
                <a:lnTo>
                  <a:pt x="462272" y="493750"/>
                </a:lnTo>
                <a:close/>
              </a:path>
            </a:pathLst>
          </a:custGeom>
          <a:solidFill>
            <a:srgbClr val="9458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10742" y="492833"/>
            <a:ext cx="9613265" cy="46038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00" spc="50" dirty="0"/>
              <a:t>Career</a:t>
            </a:r>
            <a:r>
              <a:rPr sz="2900" spc="-204" dirty="0"/>
              <a:t> </a:t>
            </a:r>
            <a:r>
              <a:rPr sz="2900" spc="60" dirty="0"/>
              <a:t>Opportunities</a:t>
            </a:r>
            <a:r>
              <a:rPr sz="2900" spc="-204" dirty="0"/>
              <a:t> </a:t>
            </a:r>
            <a:r>
              <a:rPr sz="2900" spc="140" dirty="0"/>
              <a:t>and</a:t>
            </a:r>
            <a:r>
              <a:rPr sz="2900" spc="-204" dirty="0"/>
              <a:t> </a:t>
            </a:r>
            <a:r>
              <a:rPr sz="2900" spc="55" dirty="0"/>
              <a:t>Required</a:t>
            </a:r>
            <a:r>
              <a:rPr sz="2900" spc="-204" dirty="0"/>
              <a:t> </a:t>
            </a:r>
            <a:r>
              <a:rPr sz="2900" spc="100" dirty="0"/>
              <a:t>Skills</a:t>
            </a:r>
            <a:r>
              <a:rPr sz="2900" spc="-200" dirty="0"/>
              <a:t> </a:t>
            </a:r>
            <a:r>
              <a:rPr sz="2900" dirty="0"/>
              <a:t>in</a:t>
            </a:r>
            <a:r>
              <a:rPr sz="2900" spc="-204" dirty="0"/>
              <a:t> </a:t>
            </a:r>
            <a:r>
              <a:rPr sz="2900" spc="85" dirty="0"/>
              <a:t>AI/ML</a:t>
            </a:r>
            <a:r>
              <a:rPr lang="en-US" sz="2900" spc="85" dirty="0"/>
              <a:t>:</a:t>
            </a:r>
            <a:endParaRPr sz="2900" dirty="0"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324" y="4044678"/>
            <a:ext cx="104774" cy="1047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324" y="6959327"/>
            <a:ext cx="104774" cy="10477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6745" y="1377818"/>
            <a:ext cx="13996035" cy="727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51435" algn="ctr">
              <a:lnSpc>
                <a:spcPct val="115900"/>
              </a:lnSpc>
              <a:spcBef>
                <a:spcPts val="100"/>
              </a:spcBef>
            </a:pPr>
            <a:r>
              <a:rPr sz="2750" spc="270" dirty="0">
                <a:latin typeface="Trebuchet MS"/>
                <a:cs typeface="Trebuchet MS"/>
              </a:rPr>
              <a:t>ľhe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75" dirty="0">
                <a:latin typeface="Trebuchet MS"/>
                <a:cs typeface="Trebuchet MS"/>
              </a:rPr>
              <a:t>domain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70" dirty="0">
                <a:latin typeface="Trebuchet MS"/>
                <a:cs typeface="Trebuchet MS"/>
              </a:rPr>
              <a:t>of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-20" dirty="0">
                <a:latin typeface="Trebuchet MS"/>
                <a:cs typeface="Trebuchet MS"/>
              </a:rPr>
              <a:t>Artificial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Intelligence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100" dirty="0">
                <a:latin typeface="Trebuchet MS"/>
                <a:cs typeface="Trebuchet MS"/>
              </a:rPr>
              <a:t>and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114" dirty="0">
                <a:latin typeface="Trebuchet MS"/>
                <a:cs typeface="Trebuchet MS"/>
              </a:rPr>
              <a:t>Machine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125" dirty="0">
                <a:latin typeface="Trebuchet MS"/>
                <a:cs typeface="Trebuchet MS"/>
              </a:rPr>
              <a:t>Įearning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(AI/MĮ)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105" dirty="0">
                <a:latin typeface="Trebuchet MS"/>
                <a:cs typeface="Trebuchet MS"/>
              </a:rPr>
              <a:t>is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currently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105" dirty="0">
                <a:latin typeface="Trebuchet MS"/>
                <a:cs typeface="Trebuchet MS"/>
              </a:rPr>
              <a:t>one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45" dirty="0">
                <a:latin typeface="Trebuchet MS"/>
                <a:cs typeface="Trebuchet MS"/>
              </a:rPr>
              <a:t>of </a:t>
            </a:r>
            <a:r>
              <a:rPr sz="2750" dirty="0">
                <a:latin typeface="Trebuchet MS"/>
                <a:cs typeface="Trebuchet MS"/>
              </a:rPr>
              <a:t>the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140" dirty="0">
                <a:latin typeface="Trebuchet MS"/>
                <a:cs typeface="Trebuchet MS"/>
              </a:rPr>
              <a:t>most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95" dirty="0">
                <a:latin typeface="Trebuchet MS"/>
                <a:cs typeface="Trebuchet MS"/>
              </a:rPr>
              <a:t>dynamic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100" dirty="0">
                <a:latin typeface="Trebuchet MS"/>
                <a:cs typeface="Trebuchet MS"/>
              </a:rPr>
              <a:t>and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55" dirty="0">
                <a:latin typeface="Trebuchet MS"/>
                <a:cs typeface="Trebuchet MS"/>
              </a:rPr>
              <a:t>high-</a:t>
            </a:r>
            <a:r>
              <a:rPr sz="2750" spc="95" dirty="0">
                <a:latin typeface="Trebuchet MS"/>
                <a:cs typeface="Trebuchet MS"/>
              </a:rPr>
              <a:t>demand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125" dirty="0">
                <a:latin typeface="Trebuchet MS"/>
                <a:cs typeface="Trebuchet MS"/>
              </a:rPr>
              <a:t>sectors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-35" dirty="0">
                <a:latin typeface="Trebuchet MS"/>
                <a:cs typeface="Trebuchet MS"/>
              </a:rPr>
              <a:t>globally,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50" dirty="0">
                <a:latin typeface="Trebuchet MS"/>
                <a:cs typeface="Trebuchet MS"/>
              </a:rPr>
              <a:t>offering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specialized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-20" dirty="0">
                <a:latin typeface="Trebuchet MS"/>
                <a:cs typeface="Trebuchet MS"/>
              </a:rPr>
              <a:t>roles.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229" dirty="0">
                <a:latin typeface="Trebuchet MS"/>
                <a:cs typeface="Trebuchet MS"/>
              </a:rPr>
              <a:t>ľhese </a:t>
            </a:r>
            <a:r>
              <a:rPr sz="2750" spc="85" dirty="0">
                <a:latin typeface="Trebuchet MS"/>
                <a:cs typeface="Trebuchet MS"/>
              </a:rPr>
              <a:t>careers</a:t>
            </a:r>
            <a:r>
              <a:rPr sz="2750" spc="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require</a:t>
            </a:r>
            <a:r>
              <a:rPr sz="2750" spc="60" dirty="0">
                <a:latin typeface="Trebuchet MS"/>
                <a:cs typeface="Trebuchet MS"/>
              </a:rPr>
              <a:t> </a:t>
            </a:r>
            <a:r>
              <a:rPr sz="2750" spc="70" dirty="0">
                <a:latin typeface="Trebuchet MS"/>
                <a:cs typeface="Trebuchet MS"/>
              </a:rPr>
              <a:t>a</a:t>
            </a:r>
            <a:r>
              <a:rPr sz="2750" spc="60" dirty="0">
                <a:latin typeface="Trebuchet MS"/>
                <a:cs typeface="Trebuchet MS"/>
              </a:rPr>
              <a:t> </a:t>
            </a:r>
            <a:r>
              <a:rPr sz="2750" spc="114" dirty="0">
                <a:latin typeface="Trebuchet MS"/>
                <a:cs typeface="Trebuchet MS"/>
              </a:rPr>
              <a:t>strong</a:t>
            </a:r>
            <a:r>
              <a:rPr sz="2750" spc="6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blend</a:t>
            </a:r>
            <a:r>
              <a:rPr sz="2750" spc="60" dirty="0">
                <a:latin typeface="Trebuchet MS"/>
                <a:cs typeface="Trebuchet MS"/>
              </a:rPr>
              <a:t> </a:t>
            </a:r>
            <a:r>
              <a:rPr sz="2750" spc="70" dirty="0">
                <a:latin typeface="Trebuchet MS"/>
                <a:cs typeface="Trebuchet MS"/>
              </a:rPr>
              <a:t>of</a:t>
            </a:r>
            <a:r>
              <a:rPr sz="2750" spc="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foundational</a:t>
            </a:r>
            <a:r>
              <a:rPr sz="2750" spc="6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programming,</a:t>
            </a:r>
            <a:r>
              <a:rPr sz="2750" spc="5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mathematical</a:t>
            </a:r>
            <a:r>
              <a:rPr sz="2750" spc="60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expertise, </a:t>
            </a:r>
            <a:r>
              <a:rPr sz="2750" spc="100" dirty="0">
                <a:latin typeface="Trebuchet MS"/>
                <a:cs typeface="Trebuchet MS"/>
              </a:rPr>
              <a:t>and</a:t>
            </a:r>
            <a:r>
              <a:rPr sz="2750" spc="-4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specialized</a:t>
            </a:r>
            <a:r>
              <a:rPr sz="2750" spc="-35" dirty="0">
                <a:latin typeface="Trebuchet MS"/>
                <a:cs typeface="Trebuchet MS"/>
              </a:rPr>
              <a:t> </a:t>
            </a:r>
            <a:r>
              <a:rPr sz="2750" spc="80" dirty="0">
                <a:latin typeface="Trebuchet MS"/>
                <a:cs typeface="Trebuchet MS"/>
              </a:rPr>
              <a:t>knowledge</a:t>
            </a:r>
            <a:r>
              <a:rPr sz="2750" spc="-4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in</a:t>
            </a:r>
            <a:r>
              <a:rPr sz="2750" spc="-3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applied</a:t>
            </a:r>
            <a:r>
              <a:rPr sz="2750" spc="-35" dirty="0">
                <a:latin typeface="Trebuchet MS"/>
                <a:cs typeface="Trebuchet MS"/>
              </a:rPr>
              <a:t> </a:t>
            </a:r>
            <a:r>
              <a:rPr sz="2750" spc="540" dirty="0">
                <a:latin typeface="Trebuchet MS"/>
                <a:cs typeface="Trebuchet MS"/>
              </a:rPr>
              <a:t>MĮ</a:t>
            </a:r>
            <a:r>
              <a:rPr sz="2750" spc="-40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techniques.</a:t>
            </a:r>
            <a:endParaRPr sz="2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750">
              <a:latin typeface="Trebuchet MS"/>
              <a:cs typeface="Trebuchet MS"/>
            </a:endParaRPr>
          </a:p>
          <a:p>
            <a:pPr marL="789305" marR="220345" algn="ctr">
              <a:lnSpc>
                <a:spcPct val="115900"/>
              </a:lnSpc>
            </a:pPr>
            <a:r>
              <a:rPr sz="2750" b="1" spc="110" dirty="0">
                <a:latin typeface="Trebuchet MS"/>
                <a:cs typeface="Trebuchet MS"/>
              </a:rPr>
              <a:t>Machine</a:t>
            </a:r>
            <a:r>
              <a:rPr sz="2750" b="1" spc="-145" dirty="0">
                <a:latin typeface="Trebuchet MS"/>
                <a:cs typeface="Trebuchet MS"/>
              </a:rPr>
              <a:t> </a:t>
            </a:r>
            <a:r>
              <a:rPr sz="2750" b="1" dirty="0">
                <a:latin typeface="Trebuchet MS"/>
                <a:cs typeface="Trebuchet MS"/>
              </a:rPr>
              <a:t>Learning</a:t>
            </a:r>
            <a:r>
              <a:rPr sz="2750" b="1" spc="-145" dirty="0">
                <a:latin typeface="Trebuchet MS"/>
                <a:cs typeface="Trebuchet MS"/>
              </a:rPr>
              <a:t> </a:t>
            </a:r>
            <a:r>
              <a:rPr sz="2750" b="1" spc="50" dirty="0">
                <a:latin typeface="Trebuchet MS"/>
                <a:cs typeface="Trebuchet MS"/>
              </a:rPr>
              <a:t>Engineer</a:t>
            </a:r>
            <a:r>
              <a:rPr sz="2750" b="1" spc="-145" dirty="0">
                <a:latin typeface="Trebuchet MS"/>
                <a:cs typeface="Trebuchet MS"/>
              </a:rPr>
              <a:t> </a:t>
            </a:r>
            <a:r>
              <a:rPr sz="2750" b="1" dirty="0">
                <a:latin typeface="Trebuchet MS"/>
                <a:cs typeface="Trebuchet MS"/>
              </a:rPr>
              <a:t>:</a:t>
            </a:r>
            <a:r>
              <a:rPr sz="2750" dirty="0">
                <a:latin typeface="Trebuchet MS"/>
                <a:cs typeface="Trebuchet MS"/>
              </a:rPr>
              <a:t>Designs,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-35" dirty="0">
                <a:latin typeface="Trebuchet MS"/>
                <a:cs typeface="Trebuchet MS"/>
              </a:rPr>
              <a:t>builds,</a:t>
            </a:r>
            <a:r>
              <a:rPr sz="2750" spc="-70" dirty="0">
                <a:latin typeface="Trebuchet MS"/>
                <a:cs typeface="Trebuchet MS"/>
              </a:rPr>
              <a:t> </a:t>
            </a:r>
            <a:r>
              <a:rPr sz="2750" spc="-45" dirty="0">
                <a:latin typeface="Trebuchet MS"/>
                <a:cs typeface="Trebuchet MS"/>
              </a:rPr>
              <a:t>trains,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100" dirty="0">
                <a:latin typeface="Trebuchet MS"/>
                <a:cs typeface="Trebuchet MS"/>
              </a:rPr>
              <a:t>and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114" dirty="0">
                <a:latin typeface="Trebuchet MS"/>
                <a:cs typeface="Trebuchet MS"/>
              </a:rPr>
              <a:t>deploys</a:t>
            </a:r>
            <a:r>
              <a:rPr sz="2750" spc="-70" dirty="0">
                <a:latin typeface="Trebuchet MS"/>
                <a:cs typeface="Trebuchet MS"/>
              </a:rPr>
              <a:t> </a:t>
            </a:r>
            <a:r>
              <a:rPr sz="2750" spc="55" dirty="0">
                <a:latin typeface="Trebuchet MS"/>
                <a:cs typeface="Trebuchet MS"/>
              </a:rPr>
              <a:t>high-</a:t>
            </a:r>
            <a:r>
              <a:rPr sz="2750" dirty="0">
                <a:latin typeface="Trebuchet MS"/>
                <a:cs typeface="Trebuchet MS"/>
              </a:rPr>
              <a:t>quality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515" dirty="0">
                <a:latin typeface="Trebuchet MS"/>
                <a:cs typeface="Trebuchet MS"/>
              </a:rPr>
              <a:t>MĮ </a:t>
            </a:r>
            <a:r>
              <a:rPr sz="2750" spc="100" dirty="0">
                <a:latin typeface="Trebuchet MS"/>
                <a:cs typeface="Trebuchet MS"/>
              </a:rPr>
              <a:t>and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90" dirty="0">
                <a:latin typeface="Trebuchet MS"/>
                <a:cs typeface="Trebuchet MS"/>
              </a:rPr>
              <a:t>Deep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125" dirty="0">
                <a:latin typeface="Trebuchet MS"/>
                <a:cs typeface="Trebuchet MS"/>
              </a:rPr>
              <a:t>Įearning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models.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165" dirty="0">
                <a:latin typeface="Trebuchet MS"/>
                <a:cs typeface="Trebuchet MS"/>
              </a:rPr>
              <a:t>Focuses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135" dirty="0">
                <a:latin typeface="Trebuchet MS"/>
                <a:cs typeface="Trebuchet MS"/>
              </a:rPr>
              <a:t>on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maintaining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105" dirty="0">
                <a:latin typeface="Trebuchet MS"/>
                <a:cs typeface="Trebuchet MS"/>
              </a:rPr>
              <a:t>models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in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50" dirty="0">
                <a:latin typeface="Trebuchet MS"/>
                <a:cs typeface="Trebuchet MS"/>
              </a:rPr>
              <a:t>production </a:t>
            </a:r>
            <a:r>
              <a:rPr sz="2750" spc="75" dirty="0">
                <a:latin typeface="Trebuchet MS"/>
                <a:cs typeface="Trebuchet MS"/>
              </a:rPr>
              <a:t>environments</a:t>
            </a:r>
            <a:r>
              <a:rPr sz="2750" spc="-140" dirty="0">
                <a:latin typeface="Trebuchet MS"/>
                <a:cs typeface="Trebuchet MS"/>
              </a:rPr>
              <a:t> </a:t>
            </a:r>
            <a:r>
              <a:rPr sz="2750" spc="125" dirty="0">
                <a:latin typeface="Trebuchet MS"/>
                <a:cs typeface="Trebuchet MS"/>
              </a:rPr>
              <a:t>using</a:t>
            </a:r>
            <a:r>
              <a:rPr sz="2750" spc="-130" dirty="0">
                <a:latin typeface="Trebuchet MS"/>
                <a:cs typeface="Trebuchet MS"/>
              </a:rPr>
              <a:t> </a:t>
            </a:r>
            <a:r>
              <a:rPr sz="2750" spc="305" dirty="0">
                <a:latin typeface="Trebuchet MS"/>
                <a:cs typeface="Trebuchet MS"/>
              </a:rPr>
              <a:t>MĮOps</a:t>
            </a:r>
            <a:r>
              <a:rPr sz="2750" spc="-130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principles</a:t>
            </a:r>
            <a:endParaRPr sz="2750">
              <a:latin typeface="Trebuchet MS"/>
              <a:cs typeface="Trebuchet MS"/>
            </a:endParaRPr>
          </a:p>
          <a:p>
            <a:pPr marL="12700" marR="38100" algn="ctr">
              <a:lnSpc>
                <a:spcPct val="115900"/>
              </a:lnSpc>
            </a:pPr>
            <a:r>
              <a:rPr sz="2750" b="1" spc="85" dirty="0">
                <a:latin typeface="Trebuchet MS"/>
                <a:cs typeface="Trebuchet MS"/>
              </a:rPr>
              <a:t>Skills</a:t>
            </a:r>
            <a:r>
              <a:rPr sz="2750" b="1" spc="-195" dirty="0">
                <a:latin typeface="Trebuchet MS"/>
                <a:cs typeface="Trebuchet MS"/>
              </a:rPr>
              <a:t> </a:t>
            </a:r>
            <a:r>
              <a:rPr sz="2750" b="1" spc="45" dirty="0">
                <a:latin typeface="Trebuchet MS"/>
                <a:cs typeface="Trebuchet MS"/>
              </a:rPr>
              <a:t>required:</a:t>
            </a:r>
            <a:r>
              <a:rPr sz="2750" spc="45" dirty="0">
                <a:latin typeface="Trebuchet MS"/>
                <a:cs typeface="Trebuchet MS"/>
              </a:rPr>
              <a:t>Strong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spc="100" dirty="0">
                <a:latin typeface="Trebuchet MS"/>
                <a:cs typeface="Trebuchet MS"/>
              </a:rPr>
              <a:t>coding</a:t>
            </a:r>
            <a:r>
              <a:rPr sz="2750" spc="-130" dirty="0">
                <a:latin typeface="Trebuchet MS"/>
                <a:cs typeface="Trebuchet MS"/>
              </a:rPr>
              <a:t> </a:t>
            </a:r>
            <a:r>
              <a:rPr sz="2750" spc="-40" dirty="0">
                <a:latin typeface="Trebuchet MS"/>
                <a:cs typeface="Trebuchet MS"/>
              </a:rPr>
              <a:t>skills,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spc="90" dirty="0">
                <a:latin typeface="Trebuchet MS"/>
                <a:cs typeface="Trebuchet MS"/>
              </a:rPr>
              <a:t>Deep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spc="80" dirty="0">
                <a:latin typeface="Trebuchet MS"/>
                <a:cs typeface="Trebuchet MS"/>
              </a:rPr>
              <a:t>understanding</a:t>
            </a:r>
            <a:r>
              <a:rPr sz="2750" spc="-130" dirty="0">
                <a:latin typeface="Trebuchet MS"/>
                <a:cs typeface="Trebuchet MS"/>
              </a:rPr>
              <a:t> </a:t>
            </a:r>
            <a:r>
              <a:rPr sz="2750" spc="70" dirty="0">
                <a:latin typeface="Trebuchet MS"/>
                <a:cs typeface="Trebuchet MS"/>
              </a:rPr>
              <a:t>of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spc="540" dirty="0">
                <a:latin typeface="Trebuchet MS"/>
                <a:cs typeface="Trebuchet MS"/>
              </a:rPr>
              <a:t>MĮ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algorithms,</a:t>
            </a:r>
            <a:r>
              <a:rPr sz="2750" spc="-130" dirty="0">
                <a:latin typeface="Trebuchet MS"/>
                <a:cs typeface="Trebuchet MS"/>
              </a:rPr>
              <a:t> </a:t>
            </a:r>
            <a:r>
              <a:rPr sz="2750" spc="80" dirty="0">
                <a:latin typeface="Trebuchet MS"/>
                <a:cs typeface="Trebuchet MS"/>
              </a:rPr>
              <a:t>Knowledge </a:t>
            </a:r>
            <a:r>
              <a:rPr sz="2750" spc="70" dirty="0">
                <a:latin typeface="Trebuchet MS"/>
                <a:cs typeface="Trebuchet MS"/>
              </a:rPr>
              <a:t>of</a:t>
            </a:r>
            <a:r>
              <a:rPr sz="2750" spc="-130" dirty="0">
                <a:latin typeface="Trebuchet MS"/>
                <a:cs typeface="Trebuchet MS"/>
              </a:rPr>
              <a:t> </a:t>
            </a:r>
            <a:r>
              <a:rPr sz="2750" spc="80" dirty="0">
                <a:latin typeface="Trebuchet MS"/>
                <a:cs typeface="Trebuchet MS"/>
              </a:rPr>
              <a:t>software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spc="55" dirty="0">
                <a:latin typeface="Trebuchet MS"/>
                <a:cs typeface="Trebuchet MS"/>
              </a:rPr>
              <a:t>engineering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spc="-20" dirty="0">
                <a:latin typeface="Trebuchet MS"/>
                <a:cs typeface="Trebuchet MS"/>
              </a:rPr>
              <a:t>principles,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Familiarity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with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CI/CD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spc="100" dirty="0">
                <a:latin typeface="Trebuchet MS"/>
                <a:cs typeface="Trebuchet MS"/>
              </a:rPr>
              <a:t>and</a:t>
            </a:r>
            <a:r>
              <a:rPr sz="2750" spc="-125" dirty="0">
                <a:latin typeface="Trebuchet MS"/>
                <a:cs typeface="Trebuchet MS"/>
              </a:rPr>
              <a:t> </a:t>
            </a:r>
            <a:r>
              <a:rPr sz="2750" spc="160" dirty="0">
                <a:latin typeface="Trebuchet MS"/>
                <a:cs typeface="Trebuchet MS"/>
              </a:rPr>
              <a:t>MĮOps.</a:t>
            </a:r>
            <a:endParaRPr sz="2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2750">
              <a:latin typeface="Trebuchet MS"/>
              <a:cs typeface="Trebuchet MS"/>
            </a:endParaRPr>
          </a:p>
          <a:p>
            <a:pPr marL="2029460" marR="5080" indent="-1456055">
              <a:lnSpc>
                <a:spcPct val="115900"/>
              </a:lnSpc>
            </a:pPr>
            <a:r>
              <a:rPr sz="2750" b="1" spc="90" dirty="0">
                <a:latin typeface="Trebuchet MS"/>
                <a:cs typeface="Trebuchet MS"/>
              </a:rPr>
              <a:t>Data</a:t>
            </a:r>
            <a:r>
              <a:rPr sz="2750" b="1" spc="-150" dirty="0">
                <a:latin typeface="Trebuchet MS"/>
                <a:cs typeface="Trebuchet MS"/>
              </a:rPr>
              <a:t> </a:t>
            </a:r>
            <a:r>
              <a:rPr sz="2750" b="1" dirty="0">
                <a:latin typeface="Trebuchet MS"/>
                <a:cs typeface="Trebuchet MS"/>
              </a:rPr>
              <a:t>Scientist:</a:t>
            </a:r>
            <a:r>
              <a:rPr sz="2750" b="1" spc="-15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Explores,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cleans,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100" dirty="0">
                <a:latin typeface="Trebuchet MS"/>
                <a:cs typeface="Trebuchet MS"/>
              </a:rPr>
              <a:t>and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85" dirty="0">
                <a:latin typeface="Trebuchet MS"/>
                <a:cs typeface="Trebuchet MS"/>
              </a:rPr>
              <a:t>analyzes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spc="60" dirty="0">
                <a:latin typeface="Trebuchet MS"/>
                <a:cs typeface="Trebuchet MS"/>
              </a:rPr>
              <a:t>complex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95" dirty="0">
                <a:latin typeface="Trebuchet MS"/>
                <a:cs typeface="Trebuchet MS"/>
              </a:rPr>
              <a:t>datasets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to</a:t>
            </a:r>
            <a:r>
              <a:rPr sz="2750" spc="-7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extract</a:t>
            </a:r>
            <a:r>
              <a:rPr sz="2750" spc="-80" dirty="0">
                <a:latin typeface="Trebuchet MS"/>
                <a:cs typeface="Trebuchet MS"/>
              </a:rPr>
              <a:t> </a:t>
            </a:r>
            <a:r>
              <a:rPr sz="2750" spc="85" dirty="0">
                <a:latin typeface="Trebuchet MS"/>
                <a:cs typeface="Trebuchet MS"/>
              </a:rPr>
              <a:t>insights </a:t>
            </a:r>
            <a:r>
              <a:rPr sz="2750" spc="100" dirty="0">
                <a:latin typeface="Trebuchet MS"/>
                <a:cs typeface="Trebuchet MS"/>
              </a:rPr>
              <a:t>and</a:t>
            </a:r>
            <a:r>
              <a:rPr sz="2750" spc="-105" dirty="0">
                <a:latin typeface="Trebuchet MS"/>
                <a:cs typeface="Trebuchet MS"/>
              </a:rPr>
              <a:t> </a:t>
            </a:r>
            <a:r>
              <a:rPr sz="2750" spc="60" dirty="0">
                <a:latin typeface="Trebuchet MS"/>
                <a:cs typeface="Trebuchet MS"/>
              </a:rPr>
              <a:t>prototype</a:t>
            </a:r>
            <a:r>
              <a:rPr sz="2750" spc="-10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predictive</a:t>
            </a:r>
            <a:r>
              <a:rPr sz="2750" spc="-105" dirty="0">
                <a:latin typeface="Trebuchet MS"/>
                <a:cs typeface="Trebuchet MS"/>
              </a:rPr>
              <a:t> </a:t>
            </a:r>
            <a:r>
              <a:rPr sz="2750" spc="540" dirty="0">
                <a:latin typeface="Trebuchet MS"/>
                <a:cs typeface="Trebuchet MS"/>
              </a:rPr>
              <a:t>MĮ</a:t>
            </a:r>
            <a:r>
              <a:rPr sz="2750" spc="-105" dirty="0">
                <a:latin typeface="Trebuchet MS"/>
                <a:cs typeface="Trebuchet MS"/>
              </a:rPr>
              <a:t> </a:t>
            </a:r>
            <a:r>
              <a:rPr sz="2750" spc="105" dirty="0">
                <a:latin typeface="Trebuchet MS"/>
                <a:cs typeface="Trebuchet MS"/>
              </a:rPr>
              <a:t>models</a:t>
            </a:r>
            <a:r>
              <a:rPr sz="2750" spc="-10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to</a:t>
            </a:r>
            <a:r>
              <a:rPr sz="2750" spc="-105" dirty="0">
                <a:latin typeface="Trebuchet MS"/>
                <a:cs typeface="Trebuchet MS"/>
              </a:rPr>
              <a:t> </a:t>
            </a:r>
            <a:r>
              <a:rPr sz="2750" spc="90" dirty="0">
                <a:latin typeface="Trebuchet MS"/>
                <a:cs typeface="Trebuchet MS"/>
              </a:rPr>
              <a:t>solve</a:t>
            </a:r>
            <a:r>
              <a:rPr sz="2750" spc="-105" dirty="0">
                <a:latin typeface="Trebuchet MS"/>
                <a:cs typeface="Trebuchet MS"/>
              </a:rPr>
              <a:t> </a:t>
            </a:r>
            <a:r>
              <a:rPr sz="2750" spc="155" dirty="0">
                <a:latin typeface="Trebuchet MS"/>
                <a:cs typeface="Trebuchet MS"/>
              </a:rPr>
              <a:t>business</a:t>
            </a:r>
            <a:r>
              <a:rPr sz="2750" spc="-105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problems.</a:t>
            </a:r>
            <a:endParaRPr sz="2750">
              <a:latin typeface="Trebuchet MS"/>
              <a:cs typeface="Trebuchet MS"/>
            </a:endParaRPr>
          </a:p>
          <a:p>
            <a:pPr marL="2451735" marR="232410" indent="-1633855">
              <a:lnSpc>
                <a:spcPct val="115900"/>
              </a:lnSpc>
              <a:spcBef>
                <a:spcPts val="5"/>
              </a:spcBef>
            </a:pPr>
            <a:r>
              <a:rPr sz="2750" b="1" spc="85" dirty="0">
                <a:latin typeface="Trebuchet MS"/>
                <a:cs typeface="Trebuchet MS"/>
              </a:rPr>
              <a:t>Skills</a:t>
            </a:r>
            <a:r>
              <a:rPr sz="2750" b="1" spc="-180" dirty="0">
                <a:latin typeface="Trebuchet MS"/>
                <a:cs typeface="Trebuchet MS"/>
              </a:rPr>
              <a:t> </a:t>
            </a:r>
            <a:r>
              <a:rPr sz="2750" b="1" spc="-20" dirty="0">
                <a:latin typeface="Trebuchet MS"/>
                <a:cs typeface="Trebuchet MS"/>
              </a:rPr>
              <a:t>required:</a:t>
            </a:r>
            <a:r>
              <a:rPr sz="2750" b="1" spc="-17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Python,</a:t>
            </a:r>
            <a:r>
              <a:rPr sz="2750" spc="-110" dirty="0">
                <a:latin typeface="Trebuchet MS"/>
                <a:cs typeface="Trebuchet MS"/>
              </a:rPr>
              <a:t> </a:t>
            </a:r>
            <a:r>
              <a:rPr sz="2750" spc="150" dirty="0">
                <a:latin typeface="Trebuchet MS"/>
                <a:cs typeface="Trebuchet MS"/>
              </a:rPr>
              <a:t>SQĮ,</a:t>
            </a:r>
            <a:r>
              <a:rPr sz="2750" spc="-105" dirty="0">
                <a:latin typeface="Trebuchet MS"/>
                <a:cs typeface="Trebuchet MS"/>
              </a:rPr>
              <a:t> </a:t>
            </a:r>
            <a:r>
              <a:rPr sz="2750" spc="-210" dirty="0">
                <a:latin typeface="Trebuchet MS"/>
                <a:cs typeface="Trebuchet MS"/>
              </a:rPr>
              <a:t>R,</a:t>
            </a:r>
            <a:r>
              <a:rPr sz="2750" spc="-110" dirty="0">
                <a:latin typeface="Trebuchet MS"/>
                <a:cs typeface="Trebuchet MS"/>
              </a:rPr>
              <a:t> </a:t>
            </a:r>
            <a:r>
              <a:rPr sz="2750" spc="114" dirty="0">
                <a:latin typeface="Trebuchet MS"/>
                <a:cs typeface="Trebuchet MS"/>
              </a:rPr>
              <a:t>strong</a:t>
            </a:r>
            <a:r>
              <a:rPr sz="2750" spc="-110" dirty="0">
                <a:latin typeface="Trebuchet MS"/>
                <a:cs typeface="Trebuchet MS"/>
              </a:rPr>
              <a:t> </a:t>
            </a:r>
            <a:r>
              <a:rPr sz="2750" spc="55" dirty="0">
                <a:latin typeface="Trebuchet MS"/>
                <a:cs typeface="Trebuchet MS"/>
              </a:rPr>
              <a:t>foundation</a:t>
            </a:r>
            <a:r>
              <a:rPr sz="2750" spc="-11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in</a:t>
            </a:r>
            <a:r>
              <a:rPr sz="2750" spc="-110" dirty="0">
                <a:latin typeface="Trebuchet MS"/>
                <a:cs typeface="Trebuchet MS"/>
              </a:rPr>
              <a:t> </a:t>
            </a:r>
            <a:r>
              <a:rPr sz="2750" spc="100" dirty="0">
                <a:latin typeface="Trebuchet MS"/>
                <a:cs typeface="Trebuchet MS"/>
              </a:rPr>
              <a:t>Mathematics</a:t>
            </a:r>
            <a:r>
              <a:rPr sz="2750" spc="-110" dirty="0">
                <a:latin typeface="Trebuchet MS"/>
                <a:cs typeface="Trebuchet MS"/>
              </a:rPr>
              <a:t> </a:t>
            </a:r>
            <a:r>
              <a:rPr sz="2750" spc="100" dirty="0">
                <a:latin typeface="Trebuchet MS"/>
                <a:cs typeface="Trebuchet MS"/>
              </a:rPr>
              <a:t>and</a:t>
            </a:r>
            <a:r>
              <a:rPr sz="2750" spc="-110" dirty="0">
                <a:latin typeface="Trebuchet MS"/>
                <a:cs typeface="Trebuchet MS"/>
              </a:rPr>
              <a:t> </a:t>
            </a:r>
            <a:r>
              <a:rPr sz="2750" spc="70" dirty="0">
                <a:latin typeface="Trebuchet MS"/>
                <a:cs typeface="Trebuchet MS"/>
              </a:rPr>
              <a:t>Statistics (Įinear</a:t>
            </a:r>
            <a:r>
              <a:rPr sz="2750" spc="-50" dirty="0">
                <a:latin typeface="Trebuchet MS"/>
                <a:cs typeface="Trebuchet MS"/>
              </a:rPr>
              <a:t> </a:t>
            </a:r>
            <a:r>
              <a:rPr sz="2750" spc="-25" dirty="0">
                <a:latin typeface="Trebuchet MS"/>
                <a:cs typeface="Trebuchet MS"/>
              </a:rPr>
              <a:t>Algebra,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-50" dirty="0">
                <a:latin typeface="Trebuchet MS"/>
                <a:cs typeface="Trebuchet MS"/>
              </a:rPr>
              <a:t>Probability),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100" dirty="0">
                <a:latin typeface="Trebuchet MS"/>
                <a:cs typeface="Trebuchet MS"/>
              </a:rPr>
              <a:t>and</a:t>
            </a:r>
            <a:r>
              <a:rPr sz="2750" spc="-50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data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dirty="0">
                <a:latin typeface="Trebuchet MS"/>
                <a:cs typeface="Trebuchet MS"/>
              </a:rPr>
              <a:t>visualization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-10" dirty="0">
                <a:latin typeface="Trebuchet MS"/>
                <a:cs typeface="Trebuchet MS"/>
              </a:rPr>
              <a:t>tools.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224" y="2263338"/>
            <a:ext cx="13674090" cy="5997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4225" marR="264795" algn="ctr">
              <a:lnSpc>
                <a:spcPct val="116799"/>
              </a:lnSpc>
              <a:spcBef>
                <a:spcPts val="95"/>
              </a:spcBef>
            </a:pPr>
            <a:r>
              <a:rPr sz="3050" b="1" spc="105" dirty="0">
                <a:latin typeface="Trebuchet MS"/>
                <a:cs typeface="Trebuchet MS"/>
              </a:rPr>
              <a:t>AI/Robotics</a:t>
            </a:r>
            <a:r>
              <a:rPr sz="3050" b="1" spc="-175" dirty="0">
                <a:latin typeface="Trebuchet MS"/>
                <a:cs typeface="Trebuchet MS"/>
              </a:rPr>
              <a:t> </a:t>
            </a:r>
            <a:r>
              <a:rPr sz="3050" b="1" dirty="0">
                <a:latin typeface="Trebuchet MS"/>
                <a:cs typeface="Trebuchet MS"/>
              </a:rPr>
              <a:t>Engineer:</a:t>
            </a:r>
            <a:r>
              <a:rPr sz="3050" b="1" spc="-95" dirty="0">
                <a:latin typeface="Trebuchet MS"/>
                <a:cs typeface="Trebuchet MS"/>
              </a:rPr>
              <a:t> </a:t>
            </a:r>
            <a:r>
              <a:rPr sz="3050" spc="114" dirty="0">
                <a:latin typeface="Trebuchet MS"/>
                <a:cs typeface="Trebuchet MS"/>
              </a:rPr>
              <a:t>Develops</a:t>
            </a:r>
            <a:r>
              <a:rPr sz="3050" spc="-100" dirty="0">
                <a:latin typeface="Trebuchet MS"/>
                <a:cs typeface="Trebuchet MS"/>
              </a:rPr>
              <a:t> </a:t>
            </a:r>
            <a:r>
              <a:rPr sz="3050" spc="130" dirty="0">
                <a:latin typeface="Trebuchet MS"/>
                <a:cs typeface="Trebuchet MS"/>
              </a:rPr>
              <a:t>and</a:t>
            </a:r>
            <a:r>
              <a:rPr sz="3050" spc="-95" dirty="0">
                <a:latin typeface="Trebuchet MS"/>
                <a:cs typeface="Trebuchet MS"/>
              </a:rPr>
              <a:t> </a:t>
            </a:r>
            <a:r>
              <a:rPr sz="3050" spc="55" dirty="0">
                <a:latin typeface="Trebuchet MS"/>
                <a:cs typeface="Trebuchet MS"/>
              </a:rPr>
              <a:t>integrates</a:t>
            </a:r>
            <a:r>
              <a:rPr sz="3050" spc="-100" dirty="0">
                <a:latin typeface="Trebuchet MS"/>
                <a:cs typeface="Trebuchet MS"/>
              </a:rPr>
              <a:t> </a:t>
            </a:r>
            <a:r>
              <a:rPr sz="3050" spc="165" dirty="0">
                <a:latin typeface="Trebuchet MS"/>
                <a:cs typeface="Trebuchet MS"/>
              </a:rPr>
              <a:t>AI/MĮ</a:t>
            </a:r>
            <a:r>
              <a:rPr sz="3050" spc="-95" dirty="0">
                <a:latin typeface="Trebuchet MS"/>
                <a:cs typeface="Trebuchet MS"/>
              </a:rPr>
              <a:t> </a:t>
            </a:r>
            <a:r>
              <a:rPr sz="3050" spc="80" dirty="0">
                <a:latin typeface="Trebuchet MS"/>
                <a:cs typeface="Trebuchet MS"/>
              </a:rPr>
              <a:t>algorithms</a:t>
            </a:r>
            <a:r>
              <a:rPr sz="3050" spc="-100" dirty="0">
                <a:latin typeface="Trebuchet MS"/>
                <a:cs typeface="Trebuchet MS"/>
              </a:rPr>
              <a:t> </a:t>
            </a:r>
            <a:r>
              <a:rPr sz="3050" spc="-305" dirty="0">
                <a:latin typeface="Trebuchet MS"/>
                <a:cs typeface="Trebuchet MS"/>
              </a:rPr>
              <a:t>(e.g., </a:t>
            </a:r>
            <a:r>
              <a:rPr sz="3050" spc="-180" dirty="0">
                <a:latin typeface="Trebuchet MS"/>
                <a:cs typeface="Trebuchet MS"/>
              </a:rPr>
              <a:t>CV,</a:t>
            </a:r>
            <a:r>
              <a:rPr sz="3050" spc="-95" dirty="0">
                <a:latin typeface="Trebuchet MS"/>
                <a:cs typeface="Trebuchet MS"/>
              </a:rPr>
              <a:t> </a:t>
            </a:r>
            <a:r>
              <a:rPr sz="3050" spc="195" dirty="0">
                <a:latin typeface="Trebuchet MS"/>
                <a:cs typeface="Trebuchet MS"/>
              </a:rPr>
              <a:t>RĮ)</a:t>
            </a:r>
            <a:r>
              <a:rPr sz="3050" spc="-95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with</a:t>
            </a:r>
            <a:r>
              <a:rPr sz="3050" spc="-90" dirty="0">
                <a:latin typeface="Trebuchet MS"/>
                <a:cs typeface="Trebuchet MS"/>
              </a:rPr>
              <a:t> </a:t>
            </a:r>
            <a:r>
              <a:rPr sz="3050" spc="80" dirty="0">
                <a:latin typeface="Trebuchet MS"/>
                <a:cs typeface="Trebuchet MS"/>
              </a:rPr>
              <a:t>hardware</a:t>
            </a:r>
            <a:r>
              <a:rPr sz="3050" spc="-95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to</a:t>
            </a:r>
            <a:r>
              <a:rPr sz="3050" spc="-90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create</a:t>
            </a:r>
            <a:r>
              <a:rPr sz="3050" spc="-95" dirty="0">
                <a:latin typeface="Trebuchet MS"/>
                <a:cs typeface="Trebuchet MS"/>
              </a:rPr>
              <a:t> </a:t>
            </a:r>
            <a:r>
              <a:rPr sz="3050" spc="-65" dirty="0">
                <a:latin typeface="Trebuchet MS"/>
                <a:cs typeface="Trebuchet MS"/>
              </a:rPr>
              <a:t>intelligent,</a:t>
            </a:r>
            <a:r>
              <a:rPr sz="3050" spc="-95" dirty="0">
                <a:latin typeface="Trebuchet MS"/>
                <a:cs typeface="Trebuchet MS"/>
              </a:rPr>
              <a:t> </a:t>
            </a:r>
            <a:r>
              <a:rPr sz="3050" spc="145" dirty="0">
                <a:latin typeface="Trebuchet MS"/>
                <a:cs typeface="Trebuchet MS"/>
              </a:rPr>
              <a:t>autonomous</a:t>
            </a:r>
            <a:r>
              <a:rPr sz="3050" spc="-90" dirty="0">
                <a:latin typeface="Trebuchet MS"/>
                <a:cs typeface="Trebuchet MS"/>
              </a:rPr>
              <a:t> </a:t>
            </a:r>
            <a:r>
              <a:rPr sz="3050" spc="204" dirty="0">
                <a:latin typeface="Trebuchet MS"/>
                <a:cs typeface="Trebuchet MS"/>
              </a:rPr>
              <a:t>systems</a:t>
            </a:r>
            <a:r>
              <a:rPr sz="3050" spc="-95" dirty="0">
                <a:latin typeface="Trebuchet MS"/>
                <a:cs typeface="Trebuchet MS"/>
              </a:rPr>
              <a:t> </a:t>
            </a:r>
            <a:r>
              <a:rPr sz="3050" spc="-20" dirty="0">
                <a:latin typeface="Trebuchet MS"/>
                <a:cs typeface="Trebuchet MS"/>
              </a:rPr>
              <a:t>that </a:t>
            </a:r>
            <a:r>
              <a:rPr sz="3050" spc="50" dirty="0">
                <a:latin typeface="Trebuchet MS"/>
                <a:cs typeface="Trebuchet MS"/>
              </a:rPr>
              <a:t>sense,</a:t>
            </a:r>
            <a:r>
              <a:rPr sz="3050" spc="-125" dirty="0">
                <a:latin typeface="Trebuchet MS"/>
                <a:cs typeface="Trebuchet MS"/>
              </a:rPr>
              <a:t> </a:t>
            </a:r>
            <a:r>
              <a:rPr sz="3050" spc="-95" dirty="0">
                <a:latin typeface="Trebuchet MS"/>
                <a:cs typeface="Trebuchet MS"/>
              </a:rPr>
              <a:t>plan,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130" dirty="0">
                <a:latin typeface="Trebuchet MS"/>
                <a:cs typeface="Trebuchet MS"/>
              </a:rPr>
              <a:t>and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55" dirty="0">
                <a:latin typeface="Trebuchet MS"/>
                <a:cs typeface="Trebuchet MS"/>
              </a:rPr>
              <a:t>act</a:t>
            </a:r>
            <a:r>
              <a:rPr sz="3050" spc="-125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in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the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110" dirty="0">
                <a:latin typeface="Trebuchet MS"/>
                <a:cs typeface="Trebuchet MS"/>
              </a:rPr>
              <a:t>physical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-10" dirty="0">
                <a:latin typeface="Trebuchet MS"/>
                <a:cs typeface="Trebuchet MS"/>
              </a:rPr>
              <a:t>world.</a:t>
            </a:r>
            <a:endParaRPr sz="3050">
              <a:latin typeface="Trebuchet MS"/>
              <a:cs typeface="Trebuchet MS"/>
            </a:endParaRPr>
          </a:p>
          <a:p>
            <a:pPr marL="12700" marR="5080" indent="139700">
              <a:lnSpc>
                <a:spcPct val="116799"/>
              </a:lnSpc>
            </a:pPr>
            <a:r>
              <a:rPr sz="3050" b="1" spc="100" dirty="0">
                <a:latin typeface="Trebuchet MS"/>
                <a:cs typeface="Trebuchet MS"/>
              </a:rPr>
              <a:t>Skills</a:t>
            </a:r>
            <a:r>
              <a:rPr sz="3050" b="1" spc="-195" dirty="0">
                <a:latin typeface="Trebuchet MS"/>
                <a:cs typeface="Trebuchet MS"/>
              </a:rPr>
              <a:t> </a:t>
            </a:r>
            <a:r>
              <a:rPr sz="3050" b="1" spc="-10" dirty="0">
                <a:latin typeface="Trebuchet MS"/>
                <a:cs typeface="Trebuchet MS"/>
              </a:rPr>
              <a:t>required:</a:t>
            </a:r>
            <a:r>
              <a:rPr sz="3050" b="1" spc="-190" dirty="0">
                <a:latin typeface="Trebuchet MS"/>
                <a:cs typeface="Trebuchet MS"/>
              </a:rPr>
              <a:t> </a:t>
            </a:r>
            <a:r>
              <a:rPr sz="3050" spc="95" dirty="0">
                <a:latin typeface="Trebuchet MS"/>
                <a:cs typeface="Trebuchet MS"/>
              </a:rPr>
              <a:t>Computer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105" dirty="0">
                <a:latin typeface="Trebuchet MS"/>
                <a:cs typeface="Trebuchet MS"/>
              </a:rPr>
              <a:t>Vision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-185" dirty="0">
                <a:latin typeface="Trebuchet MS"/>
                <a:cs typeface="Trebuchet MS"/>
              </a:rPr>
              <a:t>(CV),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65" dirty="0">
                <a:latin typeface="Trebuchet MS"/>
                <a:cs typeface="Trebuchet MS"/>
              </a:rPr>
              <a:t>Reinforcement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150" dirty="0">
                <a:latin typeface="Trebuchet MS"/>
                <a:cs typeface="Trebuchet MS"/>
              </a:rPr>
              <a:t>Įearning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-65" dirty="0">
                <a:latin typeface="Trebuchet MS"/>
                <a:cs typeface="Trebuchet MS"/>
              </a:rPr>
              <a:t>(RĮ),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50" dirty="0">
                <a:latin typeface="Trebuchet MS"/>
                <a:cs typeface="Trebuchet MS"/>
              </a:rPr>
              <a:t>control </a:t>
            </a:r>
            <a:r>
              <a:rPr sz="3050" spc="95" dirty="0">
                <a:latin typeface="Trebuchet MS"/>
                <a:cs typeface="Trebuchet MS"/>
              </a:rPr>
              <a:t>systems,</a:t>
            </a:r>
            <a:r>
              <a:rPr sz="3050" spc="-140" dirty="0">
                <a:latin typeface="Trebuchet MS"/>
                <a:cs typeface="Trebuchet MS"/>
              </a:rPr>
              <a:t> </a:t>
            </a:r>
            <a:r>
              <a:rPr sz="3050" spc="190" dirty="0">
                <a:latin typeface="Trebuchet MS"/>
                <a:cs typeface="Trebuchet MS"/>
              </a:rPr>
              <a:t>sensor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-25" dirty="0">
                <a:latin typeface="Trebuchet MS"/>
                <a:cs typeface="Trebuchet MS"/>
              </a:rPr>
              <a:t>integration,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130" dirty="0">
                <a:latin typeface="Trebuchet MS"/>
                <a:cs typeface="Trebuchet MS"/>
              </a:rPr>
              <a:t>and</a:t>
            </a:r>
            <a:r>
              <a:rPr sz="3050" spc="-140" dirty="0">
                <a:latin typeface="Trebuchet MS"/>
                <a:cs typeface="Trebuchet MS"/>
              </a:rPr>
              <a:t> </a:t>
            </a:r>
            <a:r>
              <a:rPr sz="3050" spc="100" dirty="0">
                <a:latin typeface="Trebuchet MS"/>
                <a:cs typeface="Trebuchet MS"/>
              </a:rPr>
              <a:t>knowledge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90" dirty="0">
                <a:latin typeface="Trebuchet MS"/>
                <a:cs typeface="Trebuchet MS"/>
              </a:rPr>
              <a:t>of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95" dirty="0">
                <a:latin typeface="Trebuchet MS"/>
                <a:cs typeface="Trebuchet MS"/>
              </a:rPr>
              <a:t>both</a:t>
            </a:r>
            <a:r>
              <a:rPr sz="3050" spc="-140" dirty="0">
                <a:latin typeface="Trebuchet MS"/>
                <a:cs typeface="Trebuchet MS"/>
              </a:rPr>
              <a:t> </a:t>
            </a:r>
            <a:r>
              <a:rPr sz="3050" spc="100" dirty="0">
                <a:latin typeface="Trebuchet MS"/>
                <a:cs typeface="Trebuchet MS"/>
              </a:rPr>
              <a:t>software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130" dirty="0">
                <a:latin typeface="Trebuchet MS"/>
                <a:cs typeface="Trebuchet MS"/>
              </a:rPr>
              <a:t>and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95" dirty="0">
                <a:latin typeface="Trebuchet MS"/>
                <a:cs typeface="Trebuchet MS"/>
              </a:rPr>
              <a:t>robotics</a:t>
            </a:r>
            <a:endParaRPr sz="3050">
              <a:latin typeface="Trebuchet MS"/>
              <a:cs typeface="Trebuchet MS"/>
            </a:endParaRPr>
          </a:p>
          <a:p>
            <a:pPr marL="5859780">
              <a:lnSpc>
                <a:spcPct val="100000"/>
              </a:lnSpc>
              <a:spcBef>
                <a:spcPts val="615"/>
              </a:spcBef>
            </a:pPr>
            <a:r>
              <a:rPr sz="3050" spc="-10" dirty="0">
                <a:latin typeface="Trebuchet MS"/>
                <a:cs typeface="Trebuchet MS"/>
              </a:rPr>
              <a:t>hardware.</a:t>
            </a:r>
            <a:endParaRPr sz="3050">
              <a:latin typeface="Trebuchet MS"/>
              <a:cs typeface="Trebuchet MS"/>
            </a:endParaRPr>
          </a:p>
          <a:p>
            <a:pPr marL="821690" marR="302260" indent="-635" algn="ctr">
              <a:lnSpc>
                <a:spcPct val="116799"/>
              </a:lnSpc>
            </a:pPr>
            <a:r>
              <a:rPr sz="3050" b="1" spc="110" dirty="0">
                <a:latin typeface="Trebuchet MS"/>
                <a:cs typeface="Trebuchet MS"/>
              </a:rPr>
              <a:t>AI</a:t>
            </a:r>
            <a:r>
              <a:rPr sz="3050" b="1" spc="-195" dirty="0">
                <a:latin typeface="Trebuchet MS"/>
                <a:cs typeface="Trebuchet MS"/>
              </a:rPr>
              <a:t> </a:t>
            </a:r>
            <a:r>
              <a:rPr sz="3050" b="1" spc="95" dirty="0">
                <a:latin typeface="Trebuchet MS"/>
                <a:cs typeface="Trebuchet MS"/>
              </a:rPr>
              <a:t>Product</a:t>
            </a:r>
            <a:r>
              <a:rPr sz="3050" b="1" spc="-195" dirty="0">
                <a:latin typeface="Trebuchet MS"/>
                <a:cs typeface="Trebuchet MS"/>
              </a:rPr>
              <a:t> </a:t>
            </a:r>
            <a:r>
              <a:rPr sz="3050" b="1" spc="110" dirty="0">
                <a:latin typeface="Trebuchet MS"/>
                <a:cs typeface="Trebuchet MS"/>
              </a:rPr>
              <a:t>Manager:</a:t>
            </a:r>
            <a:r>
              <a:rPr sz="3050" b="1" spc="-190" dirty="0">
                <a:latin typeface="Trebuchet MS"/>
                <a:cs typeface="Trebuchet MS"/>
              </a:rPr>
              <a:t> </a:t>
            </a:r>
            <a:r>
              <a:rPr sz="3050" spc="100" dirty="0">
                <a:latin typeface="Trebuchet MS"/>
                <a:cs typeface="Trebuchet MS"/>
              </a:rPr>
              <a:t>Defines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the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95" dirty="0">
                <a:latin typeface="Trebuchet MS"/>
                <a:cs typeface="Trebuchet MS"/>
              </a:rPr>
              <a:t>vision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130" dirty="0">
                <a:latin typeface="Trebuchet MS"/>
                <a:cs typeface="Trebuchet MS"/>
              </a:rPr>
              <a:t>and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100" dirty="0">
                <a:latin typeface="Trebuchet MS"/>
                <a:cs typeface="Trebuchet MS"/>
              </a:rPr>
              <a:t>strategy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spc="70" dirty="0">
                <a:latin typeface="Trebuchet MS"/>
                <a:cs typeface="Trebuchet MS"/>
              </a:rPr>
              <a:t>for</a:t>
            </a:r>
            <a:r>
              <a:rPr sz="3050" spc="-120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AI-</a:t>
            </a:r>
            <a:r>
              <a:rPr sz="3050" spc="40" dirty="0">
                <a:latin typeface="Trebuchet MS"/>
                <a:cs typeface="Trebuchet MS"/>
              </a:rPr>
              <a:t>driven </a:t>
            </a:r>
            <a:r>
              <a:rPr sz="3050" dirty="0">
                <a:latin typeface="Trebuchet MS"/>
                <a:cs typeface="Trebuchet MS"/>
              </a:rPr>
              <a:t>products,</a:t>
            </a:r>
            <a:r>
              <a:rPr sz="3050" spc="-70" dirty="0">
                <a:latin typeface="Trebuchet MS"/>
                <a:cs typeface="Trebuchet MS"/>
              </a:rPr>
              <a:t> </a:t>
            </a:r>
            <a:r>
              <a:rPr sz="3050" spc="114" dirty="0">
                <a:latin typeface="Trebuchet MS"/>
                <a:cs typeface="Trebuchet MS"/>
              </a:rPr>
              <a:t>ensuring</a:t>
            </a:r>
            <a:r>
              <a:rPr sz="3050" spc="-65" dirty="0">
                <a:latin typeface="Trebuchet MS"/>
                <a:cs typeface="Trebuchet MS"/>
              </a:rPr>
              <a:t> </a:t>
            </a:r>
            <a:r>
              <a:rPr sz="3050" spc="185" dirty="0">
                <a:latin typeface="Trebuchet MS"/>
                <a:cs typeface="Trebuchet MS"/>
              </a:rPr>
              <a:t>business</a:t>
            </a:r>
            <a:r>
              <a:rPr sz="3050" spc="-65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value</a:t>
            </a:r>
            <a:r>
              <a:rPr sz="3050" spc="-70" dirty="0">
                <a:latin typeface="Trebuchet MS"/>
                <a:cs typeface="Trebuchet MS"/>
              </a:rPr>
              <a:t> </a:t>
            </a:r>
            <a:r>
              <a:rPr sz="3050" spc="130" dirty="0">
                <a:latin typeface="Trebuchet MS"/>
                <a:cs typeface="Trebuchet MS"/>
              </a:rPr>
              <a:t>and</a:t>
            </a:r>
            <a:r>
              <a:rPr sz="3050" spc="-65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ethical</a:t>
            </a:r>
            <a:r>
              <a:rPr sz="3050" spc="-65" dirty="0">
                <a:latin typeface="Trebuchet MS"/>
                <a:cs typeface="Trebuchet MS"/>
              </a:rPr>
              <a:t> </a:t>
            </a:r>
            <a:r>
              <a:rPr sz="3050" spc="-10" dirty="0">
                <a:latin typeface="Trebuchet MS"/>
                <a:cs typeface="Trebuchet MS"/>
              </a:rPr>
              <a:t>alignment,</a:t>
            </a:r>
            <a:r>
              <a:rPr sz="3050" spc="-65" dirty="0">
                <a:latin typeface="Trebuchet MS"/>
                <a:cs typeface="Trebuchet MS"/>
              </a:rPr>
              <a:t> </a:t>
            </a:r>
            <a:r>
              <a:rPr sz="3050" spc="85" dirty="0">
                <a:latin typeface="Trebuchet MS"/>
                <a:cs typeface="Trebuchet MS"/>
              </a:rPr>
              <a:t>bridging</a:t>
            </a:r>
            <a:r>
              <a:rPr sz="3050" spc="-70" dirty="0">
                <a:latin typeface="Trebuchet MS"/>
                <a:cs typeface="Trebuchet MS"/>
              </a:rPr>
              <a:t> </a:t>
            </a:r>
            <a:r>
              <a:rPr sz="3050" spc="-25" dirty="0">
                <a:latin typeface="Trebuchet MS"/>
                <a:cs typeface="Trebuchet MS"/>
              </a:rPr>
              <a:t>the </a:t>
            </a:r>
            <a:r>
              <a:rPr sz="3050" spc="155" dirty="0">
                <a:latin typeface="Trebuchet MS"/>
                <a:cs typeface="Trebuchet MS"/>
              </a:rPr>
              <a:t>gap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75" dirty="0">
                <a:latin typeface="Trebuchet MS"/>
                <a:cs typeface="Trebuchet MS"/>
              </a:rPr>
              <a:t>between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70" dirty="0">
                <a:latin typeface="Trebuchet MS"/>
                <a:cs typeface="Trebuchet MS"/>
              </a:rPr>
              <a:t>engineering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130" dirty="0">
                <a:latin typeface="Trebuchet MS"/>
                <a:cs typeface="Trebuchet MS"/>
              </a:rPr>
              <a:t>and</a:t>
            </a:r>
            <a:r>
              <a:rPr sz="3050" spc="-130" dirty="0">
                <a:latin typeface="Trebuchet MS"/>
                <a:cs typeface="Trebuchet MS"/>
              </a:rPr>
              <a:t> </a:t>
            </a:r>
            <a:r>
              <a:rPr sz="3050" spc="185" dirty="0">
                <a:latin typeface="Trebuchet MS"/>
                <a:cs typeface="Trebuchet MS"/>
              </a:rPr>
              <a:t>business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-10" dirty="0">
                <a:latin typeface="Trebuchet MS"/>
                <a:cs typeface="Trebuchet MS"/>
              </a:rPr>
              <a:t>needs.</a:t>
            </a:r>
            <a:endParaRPr sz="3050">
              <a:latin typeface="Trebuchet MS"/>
              <a:cs typeface="Trebuchet MS"/>
            </a:endParaRPr>
          </a:p>
          <a:p>
            <a:pPr marL="266065" marR="411480" indent="858519">
              <a:lnSpc>
                <a:spcPct val="116799"/>
              </a:lnSpc>
            </a:pPr>
            <a:r>
              <a:rPr sz="3050" b="1" spc="100" dirty="0">
                <a:latin typeface="Trebuchet MS"/>
                <a:cs typeface="Trebuchet MS"/>
              </a:rPr>
              <a:t>Skills</a:t>
            </a:r>
            <a:r>
              <a:rPr sz="3050" b="1" spc="-105" dirty="0">
                <a:latin typeface="Trebuchet MS"/>
                <a:cs typeface="Trebuchet MS"/>
              </a:rPr>
              <a:t> </a:t>
            </a:r>
            <a:r>
              <a:rPr sz="3050" b="1" spc="-10" dirty="0">
                <a:latin typeface="Trebuchet MS"/>
                <a:cs typeface="Trebuchet MS"/>
              </a:rPr>
              <a:t>required:</a:t>
            </a:r>
            <a:r>
              <a:rPr sz="3050" b="1" spc="-105" dirty="0">
                <a:latin typeface="Trebuchet MS"/>
                <a:cs typeface="Trebuchet MS"/>
              </a:rPr>
              <a:t> </a:t>
            </a:r>
            <a:r>
              <a:rPr sz="3050" spc="155" dirty="0">
                <a:latin typeface="Trebuchet MS"/>
                <a:cs typeface="Trebuchet MS"/>
              </a:rPr>
              <a:t>Strong</a:t>
            </a:r>
            <a:r>
              <a:rPr sz="3050" spc="-20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Communication,</a:t>
            </a:r>
            <a:r>
              <a:rPr sz="3050" spc="-20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Critical</a:t>
            </a:r>
            <a:r>
              <a:rPr sz="3050" spc="-20" dirty="0">
                <a:latin typeface="Trebuchet MS"/>
                <a:cs typeface="Trebuchet MS"/>
              </a:rPr>
              <a:t> </a:t>
            </a:r>
            <a:r>
              <a:rPr sz="3050" spc="80" dirty="0">
                <a:latin typeface="Trebuchet MS"/>
                <a:cs typeface="Trebuchet MS"/>
              </a:rPr>
              <a:t>ľhinking,</a:t>
            </a:r>
            <a:r>
              <a:rPr sz="3050" spc="-20" dirty="0">
                <a:latin typeface="Trebuchet MS"/>
                <a:cs typeface="Trebuchet MS"/>
              </a:rPr>
              <a:t> </a:t>
            </a:r>
            <a:r>
              <a:rPr sz="3050" spc="-10" dirty="0">
                <a:latin typeface="Trebuchet MS"/>
                <a:cs typeface="Trebuchet MS"/>
              </a:rPr>
              <a:t>Project </a:t>
            </a:r>
            <a:r>
              <a:rPr sz="3050" spc="70" dirty="0">
                <a:latin typeface="Trebuchet MS"/>
                <a:cs typeface="Trebuchet MS"/>
              </a:rPr>
              <a:t>Management,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130" dirty="0">
                <a:latin typeface="Trebuchet MS"/>
                <a:cs typeface="Trebuchet MS"/>
              </a:rPr>
              <a:t>and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100" dirty="0">
                <a:latin typeface="Trebuchet MS"/>
                <a:cs typeface="Trebuchet MS"/>
              </a:rPr>
              <a:t>knowledge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90" dirty="0">
                <a:latin typeface="Trebuchet MS"/>
                <a:cs typeface="Trebuchet MS"/>
              </a:rPr>
              <a:t>of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65" dirty="0">
                <a:latin typeface="Trebuchet MS"/>
                <a:cs typeface="Trebuchet MS"/>
              </a:rPr>
              <a:t>AI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100" dirty="0">
                <a:latin typeface="Trebuchet MS"/>
                <a:cs typeface="Trebuchet MS"/>
              </a:rPr>
              <a:t>Ethics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130" dirty="0">
                <a:latin typeface="Trebuchet MS"/>
                <a:cs typeface="Trebuchet MS"/>
              </a:rPr>
              <a:t>and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125" dirty="0">
                <a:latin typeface="Trebuchet MS"/>
                <a:cs typeface="Trebuchet MS"/>
              </a:rPr>
              <a:t>Responsible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65" dirty="0">
                <a:latin typeface="Trebuchet MS"/>
                <a:cs typeface="Trebuchet MS"/>
              </a:rPr>
              <a:t>AI</a:t>
            </a:r>
            <a:r>
              <a:rPr sz="3050" spc="-135" dirty="0">
                <a:latin typeface="Trebuchet MS"/>
                <a:cs typeface="Trebuchet MS"/>
              </a:rPr>
              <a:t> </a:t>
            </a:r>
            <a:r>
              <a:rPr sz="3050" spc="-10" dirty="0">
                <a:latin typeface="Trebuchet MS"/>
                <a:cs typeface="Trebuchet MS"/>
              </a:rPr>
              <a:t>principles.</a:t>
            </a:r>
            <a:endParaRPr sz="3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7493" y="0"/>
            <a:ext cx="11181080" cy="10287000"/>
          </a:xfrm>
          <a:custGeom>
            <a:avLst/>
            <a:gdLst/>
            <a:ahLst/>
            <a:cxnLst/>
            <a:rect l="l" t="t" r="r" b="b"/>
            <a:pathLst>
              <a:path w="11181080" h="10287000">
                <a:moveTo>
                  <a:pt x="0" y="10286999"/>
                </a:moveTo>
                <a:lnTo>
                  <a:pt x="4397311" y="0"/>
                </a:lnTo>
                <a:lnTo>
                  <a:pt x="11180506" y="0"/>
                </a:lnTo>
                <a:lnTo>
                  <a:pt x="11180506" y="1647424"/>
                </a:lnTo>
                <a:lnTo>
                  <a:pt x="7487407" y="10286999"/>
                </a:lnTo>
                <a:lnTo>
                  <a:pt x="0" y="10286999"/>
                </a:lnTo>
                <a:close/>
              </a:path>
            </a:pathLst>
          </a:custGeom>
          <a:solidFill>
            <a:srgbClr val="9458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Thank</a:t>
            </a:r>
            <a:r>
              <a:rPr spc="-660" dirty="0"/>
              <a:t> </a:t>
            </a:r>
            <a:r>
              <a:rPr spc="-440" dirty="0"/>
              <a:t>Y</a:t>
            </a:r>
            <a:r>
              <a:rPr spc="175" dirty="0"/>
              <a:t>o</a:t>
            </a:r>
            <a:r>
              <a:rPr spc="180" dirty="0"/>
              <a:t>u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692611" y="3178898"/>
            <a:ext cx="1247140" cy="951865"/>
            <a:chOff x="6692611" y="3178898"/>
            <a:chExt cx="1247140" cy="951865"/>
          </a:xfrm>
        </p:grpSpPr>
        <p:sp>
          <p:nvSpPr>
            <p:cNvPr id="5" name="object 5"/>
            <p:cNvSpPr/>
            <p:nvPr/>
          </p:nvSpPr>
          <p:spPr>
            <a:xfrm>
              <a:off x="7108197" y="3496117"/>
              <a:ext cx="831215" cy="635000"/>
            </a:xfrm>
            <a:custGeom>
              <a:avLst/>
              <a:gdLst/>
              <a:ahLst/>
              <a:cxnLst/>
              <a:rect l="l" t="t" r="r" b="b"/>
              <a:pathLst>
                <a:path w="831215" h="635000">
                  <a:moveTo>
                    <a:pt x="706099" y="634437"/>
                  </a:moveTo>
                  <a:lnTo>
                    <a:pt x="611896" y="500588"/>
                  </a:lnTo>
                  <a:lnTo>
                    <a:pt x="135071" y="500588"/>
                  </a:lnTo>
                  <a:lnTo>
                    <a:pt x="92375" y="493702"/>
                  </a:lnTo>
                  <a:lnTo>
                    <a:pt x="55296" y="474529"/>
                  </a:lnTo>
                  <a:lnTo>
                    <a:pt x="26058" y="445291"/>
                  </a:lnTo>
                  <a:lnTo>
                    <a:pt x="6885" y="408212"/>
                  </a:lnTo>
                  <a:lnTo>
                    <a:pt x="0" y="365517"/>
                  </a:lnTo>
                  <a:lnTo>
                    <a:pt x="0" y="135095"/>
                  </a:lnTo>
                  <a:lnTo>
                    <a:pt x="6885" y="92388"/>
                  </a:lnTo>
                  <a:lnTo>
                    <a:pt x="26058" y="55302"/>
                  </a:lnTo>
                  <a:lnTo>
                    <a:pt x="55296" y="26060"/>
                  </a:lnTo>
                  <a:lnTo>
                    <a:pt x="92375" y="6885"/>
                  </a:lnTo>
                  <a:lnTo>
                    <a:pt x="135071" y="0"/>
                  </a:lnTo>
                  <a:lnTo>
                    <a:pt x="696051" y="0"/>
                  </a:lnTo>
                  <a:lnTo>
                    <a:pt x="738746" y="6885"/>
                  </a:lnTo>
                  <a:lnTo>
                    <a:pt x="775825" y="26058"/>
                  </a:lnTo>
                  <a:lnTo>
                    <a:pt x="805063" y="55296"/>
                  </a:lnTo>
                  <a:lnTo>
                    <a:pt x="824236" y="92375"/>
                  </a:lnTo>
                  <a:lnTo>
                    <a:pt x="831122" y="135071"/>
                  </a:lnTo>
                  <a:lnTo>
                    <a:pt x="831122" y="365492"/>
                  </a:lnTo>
                  <a:lnTo>
                    <a:pt x="821415" y="415855"/>
                  </a:lnTo>
                  <a:lnTo>
                    <a:pt x="794820" y="457607"/>
                  </a:lnTo>
                  <a:lnTo>
                    <a:pt x="755120" y="486969"/>
                  </a:lnTo>
                  <a:lnTo>
                    <a:pt x="706099" y="500164"/>
                  </a:lnTo>
                  <a:lnTo>
                    <a:pt x="706099" y="634437"/>
                  </a:lnTo>
                  <a:close/>
                </a:path>
              </a:pathLst>
            </a:custGeom>
            <a:solidFill>
              <a:srgbClr val="AA81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92611" y="3178898"/>
              <a:ext cx="831215" cy="635000"/>
            </a:xfrm>
            <a:custGeom>
              <a:avLst/>
              <a:gdLst/>
              <a:ahLst/>
              <a:cxnLst/>
              <a:rect l="l" t="t" r="r" b="b"/>
              <a:pathLst>
                <a:path w="831215" h="635000">
                  <a:moveTo>
                    <a:pt x="125022" y="634412"/>
                  </a:moveTo>
                  <a:lnTo>
                    <a:pt x="125022" y="500139"/>
                  </a:lnTo>
                  <a:lnTo>
                    <a:pt x="76002" y="486962"/>
                  </a:lnTo>
                  <a:lnTo>
                    <a:pt x="36301" y="457613"/>
                  </a:lnTo>
                  <a:lnTo>
                    <a:pt x="9706" y="415865"/>
                  </a:lnTo>
                  <a:lnTo>
                    <a:pt x="0" y="365492"/>
                  </a:lnTo>
                  <a:lnTo>
                    <a:pt x="0" y="135071"/>
                  </a:lnTo>
                  <a:lnTo>
                    <a:pt x="6885" y="92375"/>
                  </a:lnTo>
                  <a:lnTo>
                    <a:pt x="26058" y="55296"/>
                  </a:lnTo>
                  <a:lnTo>
                    <a:pt x="55296" y="26058"/>
                  </a:lnTo>
                  <a:lnTo>
                    <a:pt x="92375" y="6885"/>
                  </a:lnTo>
                  <a:lnTo>
                    <a:pt x="135071" y="0"/>
                  </a:lnTo>
                  <a:lnTo>
                    <a:pt x="696051" y="0"/>
                  </a:lnTo>
                  <a:lnTo>
                    <a:pt x="738758" y="6885"/>
                  </a:lnTo>
                  <a:lnTo>
                    <a:pt x="775844" y="26058"/>
                  </a:lnTo>
                  <a:lnTo>
                    <a:pt x="805086" y="55296"/>
                  </a:lnTo>
                  <a:lnTo>
                    <a:pt x="824261" y="92375"/>
                  </a:lnTo>
                  <a:lnTo>
                    <a:pt x="831147" y="135071"/>
                  </a:lnTo>
                  <a:lnTo>
                    <a:pt x="831147" y="365492"/>
                  </a:lnTo>
                  <a:lnTo>
                    <a:pt x="824261" y="408187"/>
                  </a:lnTo>
                  <a:lnTo>
                    <a:pt x="805088" y="445266"/>
                  </a:lnTo>
                  <a:lnTo>
                    <a:pt x="775850" y="474504"/>
                  </a:lnTo>
                  <a:lnTo>
                    <a:pt x="738771" y="493677"/>
                  </a:lnTo>
                  <a:lnTo>
                    <a:pt x="696075" y="500563"/>
                  </a:lnTo>
                  <a:lnTo>
                    <a:pt x="219225" y="500563"/>
                  </a:lnTo>
                  <a:lnTo>
                    <a:pt x="125022" y="634412"/>
                  </a:lnTo>
                  <a:close/>
                </a:path>
              </a:pathLst>
            </a:custGeom>
            <a:solidFill>
              <a:srgbClr val="945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1610" y="1456136"/>
            <a:ext cx="6886574" cy="88308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808</Words>
  <Application>Microsoft Office PowerPoint</Application>
  <PresentationFormat>Custom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Trebuchet MS</vt:lpstr>
      <vt:lpstr>Office Theme</vt:lpstr>
      <vt:lpstr>ARTIFICIAL INTELLIGENCE</vt:lpstr>
      <vt:lpstr>Introduction</vt:lpstr>
      <vt:lpstr>Key Technologies in Artificial Intelligence</vt:lpstr>
      <vt:lpstr>Natural Language Processing (NLP): ľhis technology enables computers to understand, interpret, and generate human language. It is the core of applications like virtual assistants, language translation (e.g., Google ľranslate), and sophisticated chatbots.</vt:lpstr>
      <vt:lpstr>Real-world Use Cases:</vt:lpstr>
      <vt:lpstr>Career Opportunities and Required Skills in AI/ML: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Priyam Sharma</dc:creator>
  <cp:keywords>DAG5iZl5_tU,BAG5hutfYE4,0</cp:keywords>
  <cp:lastModifiedBy>Priyam Sharma</cp:lastModifiedBy>
  <cp:revision>1</cp:revision>
  <dcterms:created xsi:type="dcterms:W3CDTF">2025-11-24T13:12:24Z</dcterms:created>
  <dcterms:modified xsi:type="dcterms:W3CDTF">2025-11-24T13:24:13Z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2025-11-24T00:00:00Z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2025-11-24T00:00:00Z</vt:filetime>
  </property>
  <property fmtid="{D5CDD505-2E9C-101B-9397-08002B2CF9AE}" pid="5" name="Producer">
    <vt:lpwstr>Canva</vt:lpwstr>
  </property>
</Properties>
</file>